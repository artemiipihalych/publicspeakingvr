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9"/>
  </p:notesMasterIdLst>
  <p:sldIdLst>
    <p:sldId id="269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56" r:id="rId18"/>
  </p:sldIdLst>
  <p:sldSz cx="12192000" cy="6858000"/>
  <p:notesSz cx="6858000" cy="9144000"/>
  <p:defaultTextStyle>
    <a:defPPr>
      <a:defRPr lang="ru-RU" noProof="1"/>
    </a:defPPr>
    <a:lvl1pPr marL="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 lang="ru-RU" noProof="1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ru-RU" noProof="1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  <p:extLst>
      <p:ext uri="{BB962C8B-B14F-4D97-AF65-F5344CB8AC3E}">
        <ns2:creationId val="337650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  <p:extLst>
      <p:ext uri="{BB962C8B-B14F-4D97-AF65-F5344CB8AC3E}">
        <ns2:creationId val="3374188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0C539464-8A25-41CD-9237-446328AE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 lang="ru-RU" noProof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ns2:creationId id="{2BE35961-626B-47A2-83A0-27451432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lang="ru-RU" noProof="1"/>
            </a:lvl1pPr>
            <a:lvl2pPr marL="457200" indent="0" algn="ctr">
              <a:buNone/>
              <a:defRPr sz="2000" lang="ru-RU" noProof="1"/>
            </a:lvl2pPr>
            <a:lvl3pPr marL="914400" indent="0" algn="ctr">
              <a:buNone/>
              <a:defRPr sz="1800" lang="ru-RU" noProof="1"/>
            </a:lvl3pPr>
            <a:lvl4pPr marL="1371600" indent="0" algn="ctr">
              <a:buNone/>
              <a:defRPr sz="1600" lang="ru-RU" noProof="1"/>
            </a:lvl4pPr>
            <a:lvl5pPr marL="1828800" indent="0" algn="ctr">
              <a:buNone/>
              <a:defRPr sz="1600" lang="ru-RU" noProof="1"/>
            </a:lvl5pPr>
            <a:lvl6pPr marL="2286000" indent="0" algn="ctr">
              <a:buNone/>
              <a:defRPr sz="1600" lang="ru-RU" noProof="1"/>
            </a:lvl6pPr>
            <a:lvl7pPr marL="2743200" indent="0" algn="ctr">
              <a:buNone/>
              <a:defRPr sz="1600" lang="ru-RU" noProof="1"/>
            </a:lvl7pPr>
            <a:lvl8pPr marL="3200400" indent="0" algn="ctr">
              <a:buNone/>
              <a:defRPr sz="1600" lang="ru-RU" noProof="1"/>
            </a:lvl8pPr>
            <a:lvl9pPr marL="3657600" indent="0" algn="ctr">
              <a:buNone/>
              <a:defRPr sz="1600" lang="ru-RU" noProof="1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532E91E7-7934-4287-AE62-CEC24646D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6A71FB89-FFB1-4F77-BC72-52605ADDAA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6419415F-1996-401C-AEE4-C3FF89228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48F092FB-917A-41B0-BB7B-0B46DF4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B6065944-B852-443C-9AED-501AFFD5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01A05733-F472-48F5-8CD7-F37DB62A8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4B7D9FC4-584F-4029-89FB-0EA9F5B20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376DD411-5BF1-463C-9862-3167241400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AACB8DDE-B1B2-43B3-87EB-8A5DDF22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 lang="ru-RU" noProof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ns2:creationId id="{A57D1AEC-328E-4862-A9A8-ACB9071B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lang="ru-RU" noProof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lang="ru-RU" noProof="1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lang="ru-RU" noProof="1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lang="ru-RU" noProof="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23B1FE3D-50F0-4E5F-80E5-7A519A1961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8C91D980-A42F-4222-A745-CA16F2774A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9EA51408-2E19-442E-982F-B1F5CD6DF6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957C1F6E-FCCC-4E0F-A992-12EBBDB6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A8A5BA26-5A6F-451D-A38C-FD40D541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ns2:creationId id="{6EA6CF3D-8C15-405F-BE90-70DDDE8DCC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ns2:creationId id="{5D797BC0-82A5-4B19-AAB5-98D9600F25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6" name="Нижний колонтитул 5">
            <a:extLst>
              <a:ext uri="{FF2B5EF4-FFF2-40B4-BE49-F238E27FC236}">
                <ns2:creationId id="{F7EDBC0A-781C-4957-870D-C2FAD75CB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7" name="Номер слайда 6">
            <a:extLst>
              <a:ext uri="{FF2B5EF4-FFF2-40B4-BE49-F238E27FC236}">
                <ns2:creationId id="{7AE65BA8-B630-4C63-8101-9D72F3DF0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4DEBB0CB-6147-4546-AB4B-8B13BFBE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ns2:creationId id="{39314E04-DE1D-45B0-BA0D-08C9BC1B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lang="ru-RU" noProof="1"/>
            </a:lvl1pPr>
            <a:lvl2pPr marL="457200" indent="0">
              <a:buNone/>
              <a:defRPr sz="2000" b="1" lang="ru-RU" noProof="1"/>
            </a:lvl2pPr>
            <a:lvl3pPr marL="914400" indent="0">
              <a:buNone/>
              <a:defRPr sz="1800" b="1" lang="ru-RU" noProof="1"/>
            </a:lvl3pPr>
            <a:lvl4pPr marL="1371600" indent="0">
              <a:buNone/>
              <a:defRPr sz="1600" b="1" lang="ru-RU" noProof="1"/>
            </a:lvl4pPr>
            <a:lvl5pPr marL="1828800" indent="0">
              <a:buNone/>
              <a:defRPr sz="1600" b="1" lang="ru-RU" noProof="1"/>
            </a:lvl5pPr>
            <a:lvl6pPr marL="2286000" indent="0">
              <a:buNone/>
              <a:defRPr sz="1600" b="1" lang="ru-RU" noProof="1"/>
            </a:lvl6pPr>
            <a:lvl7pPr marL="2743200" indent="0">
              <a:buNone/>
              <a:defRPr sz="1600" b="1" lang="ru-RU" noProof="1"/>
            </a:lvl7pPr>
            <a:lvl8pPr marL="3200400" indent="0">
              <a:buNone/>
              <a:defRPr sz="1600" b="1" lang="ru-RU" noProof="1"/>
            </a:lvl8pPr>
            <a:lvl9pPr marL="3657600" indent="0">
              <a:buNone/>
              <a:defRPr sz="1600" b="1" lang="ru-RU" noProof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ns2:creationId id="{4C62CDAE-6738-4C10-85F3-A9913D6178A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ns2:creationId id="{D6681395-6CEA-4C22-96B6-2A9BDDA469F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lang="ru-RU" noProof="1"/>
            </a:lvl1pPr>
            <a:lvl2pPr marL="457200" indent="0">
              <a:buNone/>
              <a:defRPr sz="2000" b="1" lang="ru-RU" noProof="1"/>
            </a:lvl2pPr>
            <a:lvl3pPr marL="914400" indent="0">
              <a:buNone/>
              <a:defRPr sz="1800" b="1" lang="ru-RU" noProof="1"/>
            </a:lvl3pPr>
            <a:lvl4pPr marL="1371600" indent="0">
              <a:buNone/>
              <a:defRPr sz="1600" b="1" lang="ru-RU" noProof="1"/>
            </a:lvl4pPr>
            <a:lvl5pPr marL="1828800" indent="0">
              <a:buNone/>
              <a:defRPr sz="1600" b="1" lang="ru-RU" noProof="1"/>
            </a:lvl5pPr>
            <a:lvl6pPr marL="2286000" indent="0">
              <a:buNone/>
              <a:defRPr sz="1600" b="1" lang="ru-RU" noProof="1"/>
            </a:lvl6pPr>
            <a:lvl7pPr marL="2743200" indent="0">
              <a:buNone/>
              <a:defRPr sz="1600" b="1" lang="ru-RU" noProof="1"/>
            </a:lvl7pPr>
            <a:lvl8pPr marL="3200400" indent="0">
              <a:buNone/>
              <a:defRPr sz="1600" b="1" lang="ru-RU" noProof="1"/>
            </a:lvl8pPr>
            <a:lvl9pPr marL="3657600" indent="0">
              <a:buNone/>
              <a:defRPr sz="1600" b="1" lang="ru-RU" noProof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ns2:creationId id="{A6280A2D-D1C5-43D8-99A1-DCF964E0A16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ns2:creationId id="{D1CF7BDE-3985-42F6-A6FA-57CB47E320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8" name="Нижний колонтитул 7">
            <a:extLst>
              <a:ext uri="{FF2B5EF4-FFF2-40B4-BE49-F238E27FC236}">
                <ns2:creationId id="{0F3B0F51-13C6-47DA-BD03-49F8B056C1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9" name="Номер слайда 8">
            <a:extLst>
              <a:ext uri="{FF2B5EF4-FFF2-40B4-BE49-F238E27FC236}">
                <ns2:creationId id="{4C6A4C85-0B83-4859-A77D-ECA115354A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116E8543-D5EB-42E0-8EC7-5DB81AA5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ns2:creationId id="{154C1B04-51AF-4EAE-A7E3-93FE4CAF31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4" name="Нижний колонтитул 3">
            <a:extLst>
              <a:ext uri="{FF2B5EF4-FFF2-40B4-BE49-F238E27FC236}">
                <ns2:creationId id="{BDBC5EC3-93F1-4A87-AAC4-C9518C03CB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5" name="Номер слайда 4">
            <a:extLst>
              <a:ext uri="{FF2B5EF4-FFF2-40B4-BE49-F238E27FC236}">
                <ns2:creationId id="{DF74341F-5135-4393-A9F8-703A3C82D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ns2:creationId id="{7A25810B-B299-4A8D-B7B8-BC6AAA5903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3" name="Нижний колонтитул 2">
            <a:extLst>
              <a:ext uri="{FF2B5EF4-FFF2-40B4-BE49-F238E27FC236}">
                <ns2:creationId id="{2BBBDF9B-F9F9-4879-958B-1F001FB322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4" name="Номер слайда 3">
            <a:extLst>
              <a:ext uri="{FF2B5EF4-FFF2-40B4-BE49-F238E27FC236}">
                <ns2:creationId id="{C0AC63AF-E231-4E0D-A4E9-8409AC4219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372E1CD8-F413-4D42-93CE-3F76B162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 lang="ru-RU" noProof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3F25F3C9-E38E-49BD-80C5-968823A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 lang="ru-RU" noProof="1"/>
            </a:lvl1pPr>
            <a:lvl2pPr>
              <a:buNone/>
              <a:defRPr sz="2800" lang="ru-RU" noProof="1"/>
            </a:lvl2pPr>
            <a:lvl3pPr>
              <a:buNone/>
              <a:defRPr sz="2400" lang="ru-RU" noProof="1"/>
            </a:lvl3pPr>
            <a:lvl4pPr>
              <a:buNone/>
              <a:defRPr sz="2000" lang="ru-RU" noProof="1"/>
            </a:lvl4pPr>
            <a:lvl5pPr>
              <a:buNone/>
              <a:defRPr sz="2000" lang="ru-RU" noProof="1"/>
            </a:lvl5pPr>
            <a:lvl6pPr>
              <a:buNone/>
              <a:defRPr sz="2000" lang="ru-RU" noProof="1"/>
            </a:lvl6pPr>
            <a:lvl7pPr>
              <a:buNone/>
              <a:defRPr sz="2000" lang="ru-RU" noProof="1"/>
            </a:lvl7pPr>
            <a:lvl8pPr>
              <a:buNone/>
              <a:defRPr sz="2000" lang="ru-RU" noProof="1"/>
            </a:lvl8pPr>
            <a:lvl9pPr>
              <a:buNone/>
              <a:defRPr sz="2000" lang="ru-RU" noProof="1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ns2:creationId id="{939B89F5-2CA9-43D8-A6AA-40453912C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lang="ru-RU" noProof="1"/>
            </a:lvl1pPr>
            <a:lvl2pPr marL="457200" indent="0">
              <a:buNone/>
              <a:defRPr sz="1400" lang="ru-RU" noProof="1"/>
            </a:lvl2pPr>
            <a:lvl3pPr marL="914400" indent="0">
              <a:buNone/>
              <a:defRPr sz="1200" lang="ru-RU" noProof="1"/>
            </a:lvl3pPr>
            <a:lvl4pPr marL="1371600" indent="0">
              <a:buNone/>
              <a:defRPr sz="1000" lang="ru-RU" noProof="1"/>
            </a:lvl4pPr>
            <a:lvl5pPr marL="1828800" indent="0">
              <a:buNone/>
              <a:defRPr sz="1000" lang="ru-RU" noProof="1"/>
            </a:lvl5pPr>
            <a:lvl6pPr marL="2286000" indent="0">
              <a:buNone/>
              <a:defRPr sz="1000" lang="ru-RU" noProof="1"/>
            </a:lvl6pPr>
            <a:lvl7pPr marL="2743200" indent="0">
              <a:buNone/>
              <a:defRPr sz="1000" lang="ru-RU" noProof="1"/>
            </a:lvl7pPr>
            <a:lvl8pPr marL="3200400" indent="0">
              <a:buNone/>
              <a:defRPr sz="1000" lang="ru-RU" noProof="1"/>
            </a:lvl8pPr>
            <a:lvl9pPr marL="3657600" indent="0">
              <a:buNone/>
              <a:defRPr sz="1000" lang="ru-RU" noProof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ns2:creationId id="{2B5B1BAD-8A35-4759-9FF4-848F2029F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6" name="Нижний колонтитул 5">
            <a:extLst>
              <a:ext uri="{FF2B5EF4-FFF2-40B4-BE49-F238E27FC236}">
                <ns2:creationId id="{3F31B787-F02C-4882-8A49-1D4F689562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7" name="Номер слайда 6">
            <a:extLst>
              <a:ext uri="{FF2B5EF4-FFF2-40B4-BE49-F238E27FC236}">
                <ns2:creationId id="{56519F93-C511-412A-BED5-E203AA75D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5ACAF74C-ACB7-4895-8A73-F67ADDA5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 lang="ru-RU" noProof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ns2:creationId id="{77C97208-E5E1-49BF-95EF-7A6636C7C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lang="ru-RU" noProof="1"/>
            </a:lvl1pPr>
            <a:lvl2pPr marL="457200" indent="0">
              <a:buNone/>
              <a:defRPr sz="2800" lang="ru-RU" noProof="1"/>
            </a:lvl2pPr>
            <a:lvl3pPr marL="914400" indent="0">
              <a:buNone/>
              <a:defRPr sz="2400" lang="ru-RU" noProof="1"/>
            </a:lvl3pPr>
            <a:lvl4pPr marL="1371600" indent="0">
              <a:buNone/>
              <a:defRPr sz="2000" lang="ru-RU" noProof="1"/>
            </a:lvl4pPr>
            <a:lvl5pPr marL="1828800" indent="0">
              <a:buNone/>
              <a:defRPr sz="2000" lang="ru-RU" noProof="1"/>
            </a:lvl5pPr>
            <a:lvl6pPr marL="2286000" indent="0">
              <a:buNone/>
              <a:defRPr sz="2000" lang="ru-RU" noProof="1"/>
            </a:lvl6pPr>
            <a:lvl7pPr marL="2743200" indent="0">
              <a:buNone/>
              <a:defRPr sz="2000" lang="ru-RU" noProof="1"/>
            </a:lvl7pPr>
            <a:lvl8pPr marL="3200400" indent="0">
              <a:buNone/>
              <a:defRPr sz="2000" lang="ru-RU" noProof="1"/>
            </a:lvl8pPr>
            <a:lvl9pPr marL="3657600" indent="0">
              <a:buNone/>
              <a:defRPr sz="2000" lang="ru-RU" noProof="1"/>
            </a:lvl9pPr>
          </a:lstStyle>
          <a:p>
            <a:endParaRPr lang="ru-RU" noProof="1"/>
          </a:p>
        </p:txBody>
      </p:sp>
      <p:sp>
        <p:nvSpPr>
          <p:cNvPr id="4" name="Текст 3">
            <a:extLst>
              <a:ext uri="{FF2B5EF4-FFF2-40B4-BE49-F238E27FC236}">
                <ns2:creationId id="{45EAFD68-F504-4575-898F-A2F7E222F1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lang="ru-RU" noProof="1"/>
            </a:lvl1pPr>
            <a:lvl2pPr marL="457200" indent="0">
              <a:buNone/>
              <a:defRPr sz="1400" lang="ru-RU" noProof="1"/>
            </a:lvl2pPr>
            <a:lvl3pPr marL="914400" indent="0">
              <a:buNone/>
              <a:defRPr sz="1200" lang="ru-RU" noProof="1"/>
            </a:lvl3pPr>
            <a:lvl4pPr marL="1371600" indent="0">
              <a:buNone/>
              <a:defRPr sz="1000" lang="ru-RU" noProof="1"/>
            </a:lvl4pPr>
            <a:lvl5pPr marL="1828800" indent="0">
              <a:buNone/>
              <a:defRPr sz="1000" lang="ru-RU" noProof="1"/>
            </a:lvl5pPr>
            <a:lvl6pPr marL="2286000" indent="0">
              <a:buNone/>
              <a:defRPr sz="1000" lang="ru-RU" noProof="1"/>
            </a:lvl6pPr>
            <a:lvl7pPr marL="2743200" indent="0">
              <a:buNone/>
              <a:defRPr sz="1000" lang="ru-RU" noProof="1"/>
            </a:lvl7pPr>
            <a:lvl8pPr marL="3200400" indent="0">
              <a:buNone/>
              <a:defRPr sz="1000" lang="ru-RU" noProof="1"/>
            </a:lvl8pPr>
            <a:lvl9pPr marL="3657600" indent="0">
              <a:buNone/>
              <a:defRPr sz="1000" lang="ru-RU" noProof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ns2:creationId id="{9AD25E52-3EBC-4BFA-8855-81CEA08CEA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6" name="Нижний колонтитул 5">
            <a:extLst>
              <a:ext uri="{FF2B5EF4-FFF2-40B4-BE49-F238E27FC236}">
                <ns2:creationId id="{A558BA51-F3A1-4121-897D-5A7EB5B712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7" name="Номер слайда 6">
            <a:extLst>
              <a:ext uri="{FF2B5EF4-FFF2-40B4-BE49-F238E27FC236}">
                <ns2:creationId id="{3717A94C-B23A-406D-94DE-445795585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B7B5C7EF-5962-4BAC-9065-41C0C7C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ns2:creationId id="{D4940DF8-AC19-42BE-916E-4A7283E4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B8997841-8661-41EB-B2D3-443EB315BC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0D4D04FB-F827-47AB-8EF4-12138DABC3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9D0A43B5-46BE-4ECF-8127-28D4CC0222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ns2:creationId id="{10C25581-61BF-4711-A656-A83B74E2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ns2:creationId id="{789AAEC1-33C8-49A0-8A93-C66429B1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7A4E5A0A-19B9-44DC-8FD6-C81091D9F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16366235-5AF5-4862-85DA-003718DC3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FA86ADB5-FBBF-4DAD-9A12-286BC0C1C5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5239EC0D-2C47-4B1D-B95E-A32B338C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ns2:creationId id="{1B322B64-1954-4077-BE02-BD38C899B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ns2:creationId id="{A260F64B-9C9C-44B6-BD1B-815794F8DED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lang="ru-RU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86EE-7151-4E45-86A4-A804D745E51D}" type="datetimeFigureOut">
              <a:t>17.06.2026</a:t>
            </a:fld>
            <a:endParaRPr lang="ru-RU" noProof="1"/>
          </a:p>
        </p:txBody>
      </p:sp>
      <p:sp>
        <p:nvSpPr>
          <p:cNvPr id="5" name="Нижний колонтитул 4">
            <a:extLst>
              <a:ext uri="{FF2B5EF4-FFF2-40B4-BE49-F238E27FC236}">
                <ns2:creationId id="{561A78FC-5F58-485A-B888-15D59BD07C9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lang="ru-RU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noProof="1"/>
          </a:p>
        </p:txBody>
      </p:sp>
      <p:sp>
        <p:nvSpPr>
          <p:cNvPr id="6" name="Номер слайда 5">
            <a:extLst>
              <a:ext uri="{FF2B5EF4-FFF2-40B4-BE49-F238E27FC236}">
                <ns2:creationId id="{9E77A4C0-9448-441D-8E46-DA00C5F31FB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lang="ru-RU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6AE9-9F35-4395-8BD9-7FD90AEB96BC}" type="slidenum"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lang="ru-RU" noProof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lang="ru-RU" noProof="1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lang="ru-RU" noProof="1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lang="ru-RU" noProof="1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 lang="ru-RU" noProof="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ns2:creationId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обучающего </a:t>
            </a: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VR-</a:t>
            </a: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 noProof="1">
                <a:latin typeface="Times New Roman" panose="02020603050405020304" pitchFamily="18" charset="0"/>
              </a:rPr>
              <a:t>студент группы ИСп319ДК, Федин Артемий Антонович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Руководитель: преподаватель Исаев Андрей Николаевич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ns3:creationId val="410129852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ns2:creationId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  <a:defRPr sz="2550" b="1" lang="ru-RU" noProof="1">
                <a:solidFill>
                  <a:srgbClr val="000000"/>
                </a:solidFill>
              </a:defRPr>
            </a:pPr>
            <a:r>
              <a:rPr sz="2550" b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Актуальность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Репетиция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монитором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воспроизводит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давление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аудитории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VR-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среда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позволяет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повторять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выступление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тренирует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регламент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слайды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поведение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перед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залом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Цель</a:t>
            </a:r>
            <a:r>
              <a:rPr lang="ru-RU" sz="140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обучающее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приложение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тренировки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публичного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выступления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в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виртуальной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аудитории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Проанализировать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предметную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область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аналоги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Выбрать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обосновать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стек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разработки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Спроектировать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тренажер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Провести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тестирование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подготовить</a:t>
            </a:r>
            <a:r>
              <a:rPr sz="140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документацию</a:t>
            </a:r>
            <a:endParaRPr sz="140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ns3:creationId val="2786281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None/>
              <a:defRPr sz="2550" b="1" lang="ru-RU" noProof="1">
                <a:solidFill>
                  <a:srgbClr val="000000"/>
                </a:solidFill>
              </a:defRPr>
            </a:pPr>
            <a:r>
              <a:rPr sz="2550" b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ТЕОРЕТИЧЕСКАЯ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Анализ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предметной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области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существующих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аналогов</a:t>
            </a: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</a:rPr>
              <a:t>Рассмотрены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решения</a:t>
            </a:r>
            <a:r>
              <a:rPr sz="1350" dirty="0" lang="ru-RU" noProof="1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VirtualSpeech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</a:rPr>
              <a:t>сценарии</a:t>
            </a:r>
            <a:r>
              <a:rPr sz="1350" dirty="0" lang="ru-RU" noProof="1">
                <a:solidFill>
                  <a:srgbClr val="000000"/>
                </a:solidFill>
              </a:rPr>
              <a:t> soft skills и </a:t>
            </a:r>
            <a:r>
              <a:rPr sz="1350" dirty="0" err="1" lang="ru-RU" noProof="1">
                <a:solidFill>
                  <a:srgbClr val="000000"/>
                </a:solidFill>
              </a:rPr>
              <a:t>аналитика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Ovation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репетиции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презентаций</a:t>
            </a:r>
            <a:r>
              <a:rPr sz="1350" dirty="0" lang="ru-RU" noProof="1">
                <a:solidFill>
                  <a:srgbClr val="000000"/>
                </a:solidFill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</a:rPr>
              <a:t>оценка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речи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Public Speaking VR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тренировка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выступления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перед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виртуальным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залом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PowerPoint rehearsal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контроль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слайдов</a:t>
            </a:r>
            <a:r>
              <a:rPr sz="1350" dirty="0" lang="ru-RU" noProof="1">
                <a:solidFill>
                  <a:srgbClr val="000000"/>
                </a:solidFill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</a:rPr>
              <a:t>времени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без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эффекта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аудитории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Очная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репетиция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реалистична</a:t>
            </a:r>
            <a:r>
              <a:rPr sz="1350" dirty="0" lang="ru-RU" noProof="1">
                <a:solidFill>
                  <a:srgbClr val="000000"/>
                </a:solidFill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</a:rPr>
              <a:t>но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требует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людей</a:t>
            </a:r>
            <a:r>
              <a:rPr sz="1350" dirty="0" lang="ru-RU" noProof="1">
                <a:solidFill>
                  <a:srgbClr val="000000"/>
                </a:solidFill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</a:rPr>
              <a:t>помещения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</a:rPr>
              <a:t>Вывод</a:t>
            </a:r>
            <a:r>
              <a:rPr sz="1350" dirty="0" lang="ru-RU" noProof="1">
                <a:solidFill>
                  <a:srgbClr val="000000"/>
                </a:solidFill>
              </a:rPr>
              <a:t>: </a:t>
            </a:r>
            <a:r>
              <a:rPr sz="1350" dirty="0" err="1" lang="ru-RU" noProof="1">
                <a:solidFill>
                  <a:srgbClr val="000000"/>
                </a:solidFill>
              </a:rPr>
              <a:t>свободная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ниша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учебный</a:t>
            </a:r>
            <a:r>
              <a:rPr sz="1350" dirty="0" lang="ru-RU" noProof="1">
                <a:solidFill>
                  <a:srgbClr val="000000"/>
                </a:solidFill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</a:rPr>
              <a:t>прототип</a:t>
            </a:r>
            <a:r>
              <a:rPr sz="1350" dirty="0" lang="ru-RU" noProof="1">
                <a:solidFill>
                  <a:srgbClr val="000000"/>
                </a:solidFill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</a:rPr>
              <a:t>который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можно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открыть</a:t>
            </a:r>
            <a:r>
              <a:rPr sz="1350" dirty="0" lang="ru-RU" noProof="1">
                <a:solidFill>
                  <a:srgbClr val="000000"/>
                </a:solidFill>
              </a:rPr>
              <a:t> в Unity, </a:t>
            </a:r>
            <a:r>
              <a:rPr sz="1350" dirty="0" err="1" lang="ru-RU" noProof="1">
                <a:solidFill>
                  <a:srgbClr val="000000"/>
                </a:solidFill>
              </a:rPr>
              <a:t>объяснить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по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исходному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коду</a:t>
            </a:r>
            <a:r>
              <a:rPr sz="1350" dirty="0" lang="ru-RU" noProof="1">
                <a:solidFill>
                  <a:srgbClr val="000000"/>
                </a:solidFill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</a:rPr>
              <a:t>заменить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слайды</a:t>
            </a:r>
            <a:r>
              <a:rPr sz="1350" dirty="0" lang="ru-RU" noProof="1">
                <a:solidFill>
                  <a:srgbClr val="000000"/>
                </a:solidFill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</a:rPr>
              <a:t>использовать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на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защите</a:t>
            </a:r>
            <a:r>
              <a:rPr sz="1350" dirty="0" lang="ru-RU" noProof="1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ns2:creationId id="{8FCCE567-BE0A-40B2-81AA-27CC031DF9A4}"/>
              </a:ext>
            </a:extLst>
          </p:cNvPr>
          <p:cNvSpPr>
            <a:spLocks noGrp="1"/>
          </p:cNvSpPr>
          <p:nvPr/>
        </p:nvSpPr>
        <p:spPr>
          <a:xfrm>
            <a:off x="970396" y="5510213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3F8"/>
          </a:solidFill>
          <a:ln w="9525">
            <a:solidFill>
              <a:srgbClr val="9CB7C7"/>
            </a:solidFill>
            <a:prstDash val="solid"/>
          </a:ln>
        </p:spPr>
        <p:txBody>
          <a:bodyPr/>
          <a:lstStyle/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VirtualSpeech</a:t>
            </a:r>
          </a:p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аналитика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ns2:creationId id="{298CEBD8-A1DE-4FC2-BB10-D8978F873F36}"/>
              </a:ext>
            </a:extLst>
          </p:cNvPr>
          <p:cNvSpPr>
            <a:spLocks noGrp="1"/>
          </p:cNvSpPr>
          <p:nvPr/>
        </p:nvSpPr>
        <p:spPr>
          <a:xfrm>
            <a:off x="3156816" y="5510213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AF3F8"/>
          </a:solidFill>
          <a:ln w="9525">
            <a:solidFill>
              <a:srgbClr val="9CB7C7"/>
            </a:solidFill>
            <a:prstDash val="solid"/>
          </a:ln>
        </p:spPr>
        <p:txBody>
          <a:bodyPr/>
          <a:lstStyle/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Ovation</a:t>
            </a:r>
          </a:p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оценка речи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ns2:creationId id="{BD4331C8-E44F-4B7C-A269-FAC7C393900C}"/>
              </a:ext>
            </a:extLst>
          </p:cNvPr>
          <p:cNvSpPr>
            <a:spLocks noGrp="1"/>
          </p:cNvSpPr>
          <p:nvPr/>
        </p:nvSpPr>
        <p:spPr>
          <a:xfrm>
            <a:off x="5057486" y="5510213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3F8"/>
          </a:solidFill>
          <a:ln w="9525">
            <a:solidFill>
              <a:srgbClr val="9CB7C7"/>
            </a:solidFill>
            <a:prstDash val="solid"/>
          </a:ln>
        </p:spPr>
        <p:txBody>
          <a:bodyPr/>
          <a:lstStyle/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Public Speaking VR</a:t>
            </a:r>
          </a:p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виртуальный зал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ns2:creationId id="{8BB411C3-D8E9-4917-98E5-3F43F171F92D}"/>
              </a:ext>
            </a:extLst>
          </p:cNvPr>
          <p:cNvSpPr>
            <a:spLocks noGrp="1"/>
          </p:cNvSpPr>
          <p:nvPr/>
        </p:nvSpPr>
        <p:spPr>
          <a:xfrm>
            <a:off x="7243906" y="5510213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7F2E8"/>
          </a:solidFill>
          <a:ln w="9525">
            <a:solidFill>
              <a:srgbClr val="9CB7C7"/>
            </a:solidFill>
            <a:prstDash val="solid"/>
          </a:ln>
        </p:spPr>
        <p:txBody>
          <a:bodyPr/>
          <a:lstStyle/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PowerPoint</a:t>
            </a:r>
          </a:p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тайминг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ns2:creationId id="{DE3AAB19-FDA3-470F-B5F8-6888CFF9A082}"/>
              </a:ext>
            </a:extLst>
          </p:cNvPr>
          <p:cNvSpPr>
            <a:spLocks noGrp="1"/>
          </p:cNvSpPr>
          <p:nvPr/>
        </p:nvSpPr>
        <p:spPr>
          <a:xfrm>
            <a:off x="9239826" y="5510213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7F2E8"/>
          </a:solidFill>
          <a:ln w="9525">
            <a:solidFill>
              <a:srgbClr val="9CB7C7"/>
            </a:solidFill>
            <a:prstDash val="solid"/>
          </a:ln>
        </p:spPr>
        <p:txBody>
          <a:bodyPr/>
          <a:lstStyle/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Очная</a:t>
            </a:r>
          </a:p>
          <a:p>
            <a:pPr>
              <a:defRPr sz="1350" lang="ru-RU" noProof="1">
                <a:solidFill>
                  <a:srgbClr val="1F2933"/>
                </a:solidFill>
              </a:defRPr>
            </a:pPr>
            <a:r>
              <a:rPr sz="1350" lang="ru-RU" noProof="1">
                <a:solidFill>
                  <a:srgbClr val="1F2933"/>
                </a:solidFill>
              </a:rPr>
              <a:t>репетиция</a:t>
            </a:r>
          </a:p>
        </p:txBody>
      </p:sp>
    </p:spTree>
    <p:extLst>
      <p:ext uri="{BB962C8B-B14F-4D97-AF65-F5344CB8AC3E}">
        <ns3:creationId val="2844571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Основные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теоретические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аспекты</a:t>
            </a: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Ключевые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аспекты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тренажера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Иммерсия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ощущение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присутствия</a:t>
            </a:r>
            <a:r>
              <a:rPr sz="1350" dirty="0" lang="ru-RU" noProof="1">
                <a:solidFill>
                  <a:srgbClr val="000000"/>
                </a:solidFill>
              </a:rPr>
              <a:t> в </a:t>
            </a:r>
            <a:r>
              <a:rPr sz="1350" dirty="0" err="1" lang="ru-RU" noProof="1">
                <a:solidFill>
                  <a:srgbClr val="000000"/>
                </a:solidFill>
              </a:rPr>
              <a:t>аудитории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Интерактивность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пользователь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работает</a:t>
            </a:r>
            <a:r>
              <a:rPr sz="1350" dirty="0" lang="ru-RU" noProof="1">
                <a:solidFill>
                  <a:srgbClr val="000000"/>
                </a:solidFill>
              </a:rPr>
              <a:t> с </a:t>
            </a:r>
            <a:r>
              <a:rPr sz="1350" dirty="0" err="1" lang="ru-RU" noProof="1">
                <a:solidFill>
                  <a:srgbClr val="000000"/>
                </a:solidFill>
              </a:rPr>
              <a:t>меню</a:t>
            </a:r>
            <a:r>
              <a:rPr sz="1350" dirty="0" lang="ru-RU" noProof="1">
                <a:solidFill>
                  <a:srgbClr val="000000"/>
                </a:solidFill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</a:rPr>
              <a:t>кликером</a:t>
            </a:r>
            <a:r>
              <a:rPr sz="1350" dirty="0" lang="ru-RU" noProof="1">
                <a:solidFill>
                  <a:srgbClr val="000000"/>
                </a:solidFill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</a:rPr>
              <a:t>слайдами</a:t>
            </a:r>
            <a:r>
              <a:rPr sz="1350" dirty="0" lang="ru-RU" noProof="1">
                <a:solidFill>
                  <a:srgbClr val="000000"/>
                </a:solidFill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</a:rPr>
              <a:t>таймером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Обратная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связь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звуки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реакции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зала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зависят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от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результата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выступления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Ограничение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времени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тренировка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соблюдения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регламента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Повторяемость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возможность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проходить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сценарий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несколько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раз</a:t>
            </a:r>
            <a:endParaRPr sz="1350" dirty="0" lang="ru-RU" noProof="1">
              <a:solidFill>
                <a:srgbClr val="000000"/>
              </a:solidFill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</a:rPr>
              <a:t>• </a:t>
            </a:r>
            <a:r>
              <a:rPr sz="1350" dirty="0" err="1" lang="ru-RU" noProof="1">
                <a:solidFill>
                  <a:srgbClr val="000000"/>
                </a:solidFill>
              </a:rPr>
              <a:t>Доступность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</a:rPr>
              <a:t>тестирования</a:t>
            </a:r>
            <a:r>
              <a:rPr sz="1350" dirty="0" lang="ru-RU" noProof="1">
                <a:solidFill>
                  <a:srgbClr val="000000"/>
                </a:solidFill>
              </a:rPr>
              <a:t> </a:t>
            </a:r>
            <a:r>
              <a:rPr lang="ru-RU" sz="1350" dirty="0" noProof="1">
                <a:solidFill>
                  <a:srgbClr val="000000"/>
                </a:solidFill>
              </a:rPr>
              <a:t>-</a:t>
            </a:r>
            <a:r>
              <a:rPr sz="1350" dirty="0" lang="ru-RU" noProof="1">
                <a:solidFill>
                  <a:srgbClr val="000000"/>
                </a:solidFill>
              </a:rPr>
              <a:t> PC fallback </a:t>
            </a:r>
            <a:r>
              <a:rPr sz="1350" dirty="0" err="1" lang="ru-RU" noProof="1">
                <a:solidFill>
                  <a:srgbClr val="000000"/>
                </a:solidFill>
              </a:rPr>
              <a:t>без</a:t>
            </a:r>
            <a:r>
              <a:rPr sz="1350" dirty="0" lang="ru-RU" noProof="1">
                <a:solidFill>
                  <a:srgbClr val="000000"/>
                </a:solidFill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</a:rPr>
              <a:t>гарнитуры</a:t>
            </a:r>
            <a:endParaRPr sz="1350" dirty="0" lang="ru-RU" noProof="1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ns2:creationId id="{AB961E2A-3702-49AD-AC40-683C9DA62155}"/>
              </a:ext>
            </a:extLst>
          </p:cNvPr>
          <p:cNvSpPr>
            <a:spLocks noGrp="1"/>
          </p:cNvSpPr>
          <p:nvPr/>
        </p:nvSpPr>
        <p:spPr>
          <a:xfrm>
            <a:off x="204758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Меню</a:t>
            </a:r>
          </a:p>
        </p:txBody>
      </p:sp>
      <p:sp>
        <p:nvSpPr>
          <p:cNvPr id="5" name="Прямоугольник 4">
            <a:extLst>
              <a:ext uri="{FF2B5EF4-FFF2-40B4-BE49-F238E27FC236}">
                <ns2:creationId id="{AE56332A-7979-4B07-8208-0CCA995748E1}"/>
              </a:ext>
            </a:extLst>
          </p:cNvPr>
          <p:cNvSpPr>
            <a:spLocks noGrp="1"/>
          </p:cNvSpPr>
          <p:nvPr/>
        </p:nvSpPr>
        <p:spPr>
          <a:xfrm>
            <a:off x="3358573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ns2:creationId id="{C234916C-AE51-4F03-980B-C0C3C810010A}"/>
              </a:ext>
            </a:extLst>
          </p:cNvPr>
          <p:cNvSpPr>
            <a:spLocks noGrp="1"/>
          </p:cNvSpPr>
          <p:nvPr/>
        </p:nvSpPr>
        <p:spPr>
          <a:xfrm>
            <a:off x="366683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Таймер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ns2:creationId id="{4FEF6247-FE9B-464E-857C-8404A9AA734A}"/>
              </a:ext>
            </a:extLst>
          </p:cNvPr>
          <p:cNvSpPr>
            <a:spLocks noGrp="1"/>
          </p:cNvSpPr>
          <p:nvPr/>
        </p:nvSpPr>
        <p:spPr>
          <a:xfrm>
            <a:off x="49812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ns2:creationId id="{9D98E08B-1227-4018-97F1-76913FFA6CF7}"/>
              </a:ext>
            </a:extLst>
          </p:cNvPr>
          <p:cNvSpPr>
            <a:spLocks noGrp="1"/>
          </p:cNvSpPr>
          <p:nvPr/>
        </p:nvSpPr>
        <p:spPr>
          <a:xfrm>
            <a:off x="528608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Слайды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ns2:creationId id="{B9BD7FAB-8008-434B-BA04-2B4010EC6F35}"/>
              </a:ext>
            </a:extLst>
          </p:cNvPr>
          <p:cNvSpPr>
            <a:spLocks noGrp="1"/>
          </p:cNvSpPr>
          <p:nvPr/>
        </p:nvSpPr>
        <p:spPr>
          <a:xfrm>
            <a:off x="65814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ns2:creationId id="{E818E1DE-B591-4603-9236-AFE6A660CF6B}"/>
              </a:ext>
            </a:extLst>
          </p:cNvPr>
          <p:cNvSpPr>
            <a:spLocks noGrp="1"/>
          </p:cNvSpPr>
          <p:nvPr/>
        </p:nvSpPr>
        <p:spPr>
          <a:xfrm>
            <a:off x="6905337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Реакция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ns2:creationId id="{336EF8AA-A79D-4F89-8A3A-2777AC5E18C6}"/>
              </a:ext>
            </a:extLst>
          </p:cNvPr>
          <p:cNvSpPr>
            <a:spLocks noGrp="1"/>
          </p:cNvSpPr>
          <p:nvPr/>
        </p:nvSpPr>
        <p:spPr>
          <a:xfrm>
            <a:off x="8257887" y="47720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ns2:creationId id="{102A37A1-0E1F-49EC-9003-25A61EDADC74}"/>
              </a:ext>
            </a:extLst>
          </p:cNvPr>
          <p:cNvSpPr>
            <a:spLocks noGrp="1"/>
          </p:cNvSpPr>
          <p:nvPr/>
        </p:nvSpPr>
        <p:spPr>
          <a:xfrm>
            <a:off x="8629362" y="461010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dirty="0" err="1" lang="ru-RU" noProof="1">
                <a:solidFill>
                  <a:srgbClr val="1F2933"/>
                </a:solidFill>
              </a:rPr>
              <a:t>Статистика</a:t>
            </a:r>
            <a:endParaRPr sz="1125" dirty="0" lang="ru-RU" noProof="1">
              <a:solidFill>
                <a:srgbClr val="1F2933"/>
              </a:solidFill>
            </a:endParaRPr>
          </a:p>
        </p:txBody>
      </p:sp>
    </p:spTree>
    <p:extLst>
      <p:ext uri="{BB962C8B-B14F-4D97-AF65-F5344CB8AC3E}">
        <ns3:creationId val="1575847293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1.3 Обзор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обоснование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выбора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инструментов</a:t>
            </a: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Были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рассмотрены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игровые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движки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инструменты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разработки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Unity </a:t>
            </a:r>
            <a:r>
              <a:rPr lang="ru-RU" sz="14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OpenXR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XR Management, XR Interaction Toolkit, C#,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удобная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компонентная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</a:t>
            </a: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Unreal Engine </a:t>
            </a:r>
            <a:r>
              <a:rPr lang="ru-RU" sz="14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мощная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выше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порог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избыточность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прототипа</a:t>
            </a: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Godot </a:t>
            </a:r>
            <a:r>
              <a:rPr lang="ru-RU" sz="14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легкий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движок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готовых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VR/XR-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</a:t>
            </a: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Unity 2022.3 + C# +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OpenXR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4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XR Interaction Toolkit 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TextMeshPro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Mixamo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2" name="Рисунок 21">
            <a:extLst>
              <a:ext uri="{FF2B5EF4-FFF2-40B4-BE49-F238E27FC236}">
                <ns2:creationId id="{BF234A60-4EB6-453C-AACA-43B18490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563435" y="3919533"/>
            <a:ext cx="1707683" cy="170768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ns2:creationId id="{75CA4716-5BFB-4D2E-B97C-C40352311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38200" y="3777616"/>
            <a:ext cx="3540476" cy="1991518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ns2:creationId id="{EF9E701C-07BF-4528-B279-4B471C31C5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455878" y="4313382"/>
            <a:ext cx="3329722" cy="91998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ns2:creationId id="{8080D9EB-5614-48F2-8590-933FBFC03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7852" y="681037"/>
            <a:ext cx="2545773" cy="2864282"/>
          </a:xfrm>
          <a:prstGeom prst="rect">
            <a:avLst/>
          </a:prstGeom>
        </p:spPr>
      </p:pic>
    </p:spTree>
    <p:extLst>
      <p:ext uri="{BB962C8B-B14F-4D97-AF65-F5344CB8AC3E}">
        <ns5:creationId val="71842454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  <a:defRPr sz="2550" b="1" lang="ru-RU" noProof="1">
                <a:solidFill>
                  <a:srgbClr val="000000"/>
                </a:solidFill>
              </a:defRPr>
            </a:pPr>
            <a:r>
              <a:rPr sz="2550" b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36"/>
            <a:ext cx="10515600" cy="3919971"/>
          </a:xfrm>
        </p:spPr>
        <p:txBody>
          <a:bodyPr>
            <a:no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2.1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Проектирование</a:t>
            </a:r>
            <a:endParaRPr sz="1800" b="1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запуск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длительности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таймером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презентацией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VR-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реакции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MainMenu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XR Origin,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RoomModel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Quad,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TimerText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Clicker,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AudienceReactionController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ns2:creationId id="{51325D45-A684-4F9F-B97A-802E2E5E27DA}"/>
              </a:ext>
            </a:extLst>
          </p:cNvPr>
          <p:cNvSpPr>
            <a:spLocks noGrp="1"/>
          </p:cNvSpPr>
          <p:nvPr/>
        </p:nvSpPr>
        <p:spPr>
          <a:xfrm>
            <a:off x="2443307" y="5570682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Выбор</a:t>
            </a:r>
          </a:p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времени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ns2:creationId id="{92623FD0-C7A6-44A1-A173-5A2A1623CB80}"/>
              </a:ext>
            </a:extLst>
          </p:cNvPr>
          <p:cNvSpPr>
            <a:spLocks noGrp="1"/>
          </p:cNvSpPr>
          <p:nvPr/>
        </p:nvSpPr>
        <p:spPr>
          <a:xfrm>
            <a:off x="3743614" y="573260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ns2:creationId id="{EF310703-29B1-4B6A-808C-E5CCD72C7DA7}"/>
              </a:ext>
            </a:extLst>
          </p:cNvPr>
          <p:cNvSpPr>
            <a:spLocks noGrp="1"/>
          </p:cNvSpPr>
          <p:nvPr/>
        </p:nvSpPr>
        <p:spPr>
          <a:xfrm>
            <a:off x="4062557" y="5570682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Сцена</a:t>
            </a:r>
          </a:p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аудитории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ns2:creationId id="{D230F0F1-E6F8-4EBC-9E43-26AD12607758}"/>
              </a:ext>
            </a:extLst>
          </p:cNvPr>
          <p:cNvSpPr>
            <a:spLocks noGrp="1"/>
          </p:cNvSpPr>
          <p:nvPr/>
        </p:nvSpPr>
        <p:spPr>
          <a:xfrm>
            <a:off x="5377007" y="573260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ns2:creationId id="{5D3AA0B8-BBD1-435B-888F-89753BECFBF1}"/>
              </a:ext>
            </a:extLst>
          </p:cNvPr>
          <p:cNvSpPr>
            <a:spLocks noGrp="1"/>
          </p:cNvSpPr>
          <p:nvPr/>
        </p:nvSpPr>
        <p:spPr>
          <a:xfrm>
            <a:off x="5681807" y="5570682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Доклад</a:t>
            </a:r>
          </a:p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и слайды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ns2:creationId id="{D19D97CB-2A4F-4914-89B9-F8B3572C5701}"/>
              </a:ext>
            </a:extLst>
          </p:cNvPr>
          <p:cNvSpPr>
            <a:spLocks noGrp="1"/>
          </p:cNvSpPr>
          <p:nvPr/>
        </p:nvSpPr>
        <p:spPr>
          <a:xfrm>
            <a:off x="6996257" y="573260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ns2:creationId id="{EEAA650F-B89D-4750-BCDB-7A83CDBE62C8}"/>
              </a:ext>
            </a:extLst>
          </p:cNvPr>
          <p:cNvSpPr>
            <a:spLocks noGrp="1"/>
          </p:cNvSpPr>
          <p:nvPr/>
        </p:nvSpPr>
        <p:spPr>
          <a:xfrm>
            <a:off x="7301057" y="5570682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Реакция</a:t>
            </a:r>
          </a:p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зала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ns2:creationId id="{CD652144-1AAE-4A39-9EB8-BD8B2A924E11}"/>
              </a:ext>
            </a:extLst>
          </p:cNvPr>
          <p:cNvSpPr>
            <a:spLocks noGrp="1"/>
          </p:cNvSpPr>
          <p:nvPr/>
        </p:nvSpPr>
        <p:spPr>
          <a:xfrm>
            <a:off x="8577407" y="5732607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lang="ru-RU" noProof="1">
                <a:solidFill>
                  <a:srgbClr val="607D8B"/>
                </a:solidFill>
              </a:defRPr>
            </a:pPr>
            <a:r>
              <a:rPr sz="1650" b="1" dirty="0" lang="ru-RU" noProof="1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ns2:creationId id="{481A247A-4D88-473E-BFE7-7A20B43C8972}"/>
              </a:ext>
            </a:extLst>
          </p:cNvPr>
          <p:cNvSpPr>
            <a:spLocks noGrp="1"/>
          </p:cNvSpPr>
          <p:nvPr/>
        </p:nvSpPr>
        <p:spPr>
          <a:xfrm>
            <a:off x="8920307" y="5570682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F4F8FA"/>
          </a:solidFill>
          <a:ln w="9525">
            <a:solidFill>
              <a:srgbClr val="9CB7C7"/>
            </a:solidFill>
            <a:prstDash val="solid"/>
          </a:ln>
        </p:spPr>
        <p:txBody>
          <a:bodyPr anchor="ctr"/>
          <a:lstStyle/>
          <a:p>
            <a:pPr algn="ctr">
              <a:defRPr sz="1125" lang="ru-RU" noProof="1">
                <a:solidFill>
                  <a:srgbClr val="1F2933"/>
                </a:solidFill>
              </a:defRPr>
            </a:pPr>
            <a:r>
              <a:rPr sz="1125" lang="ru-RU" noProof="1">
                <a:solidFill>
                  <a:srgbClr val="1F2933"/>
                </a:solidFill>
              </a:rPr>
              <a:t>Статистика</a:t>
            </a:r>
          </a:p>
        </p:txBody>
      </p:sp>
    </p:spTree>
    <p:extLst>
      <p:ext uri="{BB962C8B-B14F-4D97-AF65-F5344CB8AC3E}">
        <ns3:creationId val="3954230249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2.2 Реализация проекта</a:t>
            </a:r>
          </a:p>
          <a:p>
            <a:pPr marL="0" indent="0">
              <a:buNone/>
            </a:pPr>
            <a:r>
              <a:rPr lang="ru-RU" dirty="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</a:t>
            </a:r>
            <a:r>
              <a:rPr lang="ru-RU" dirty="0" err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ClickerControls.cs</a:t>
            </a:r>
            <a:endParaRPr lang="ru-RU" dirty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ns2:creationId id="{53D17362-5118-4C9F-B17A-F206A60C30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68168" y="1872623"/>
            <a:ext cx="7855663" cy="4338263"/>
          </a:xfrm>
          <a:prstGeom prst="rect">
            <a:avLst/>
          </a:prstGeom>
        </p:spPr>
      </p:pic>
    </p:spTree>
    <p:extLst>
      <p:ext uri="{BB962C8B-B14F-4D97-AF65-F5344CB8AC3E}">
        <ns4:creationId val="267003981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</a:t>
            </a: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46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OnEnable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47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48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49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50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grabInteractable.activated.AddListener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OnActivated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51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grabInteractable.selectEntered.AddListener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OnSelectEntered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52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grabInteractable.selectExited.AddListener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OnSelectExited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53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54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55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EnsureVisibleAndInteractable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56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(!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57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58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59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60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 noProof="1">
              <a:solidFill>
                <a:srgbClr val="222222"/>
              </a:solidFill>
              <a:effectLst/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endParaRPr lang="ru-RU" sz="1350" dirty="0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ns3:creationId val="19746444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808080"/>
                </a:solidFill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88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public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NextSlide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89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90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sessionManager.NextSlide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91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92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93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public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ToggleTimer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94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95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!=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sessionManager.ToggleTimer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96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 noProof="1">
              <a:solidFill>
                <a:srgbClr val="222222"/>
              </a:solidFill>
              <a:effectLst/>
              <a:latin typeface="Consolas" panose="020B0609020204030204" pitchFamily="49" charset="0"/>
              <a:ea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800" dirty="0" noProof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108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OnActivated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ActivateEventArgs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109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110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18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useActivateForNextSlide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111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{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112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    </a:t>
            </a:r>
            <a:r>
              <a:rPr lang="ru-RU" sz="18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NextSlide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113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}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18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114 | </a:t>
            </a:r>
            <a:r>
              <a:rPr lang="ru-RU" sz="18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350" dirty="0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ns3:creationId val="2055955033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6067722"/>
          </a:xfrm>
        </p:spPr>
        <p:txBody>
          <a:bodyPr>
            <a:normAutofit fontScale="250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186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OnSelectEntered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SelectEnterEventArgs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187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188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true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189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return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190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191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192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clickerRigidbody.useGravity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193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194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195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OnSelectExited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SelectExitEventArgs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args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196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197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isHeld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198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199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200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201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private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void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202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{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203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if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(!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dockOnStandWhenReleased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||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null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return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204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205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safePosition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standRestPosition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206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safeRotation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err="1" noProof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Quaternion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.Euler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standRestEulerAngles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207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208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clickerRigidbody.velocity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Vector3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.zero;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209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clickerRigidbody.angularVelocity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Vector3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.zero;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210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clickerRigidbody.useGravity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false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211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clickerRigidbody.isKinematic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</a:t>
            </a:r>
            <a:r>
              <a:rPr lang="ru-RU" sz="3200" dirty="0" noProof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true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212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   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transform.SetPositionAndRotation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safePosition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, </a:t>
            </a:r>
            <a:r>
              <a:rPr lang="ru-RU" sz="3200" dirty="0" err="1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safeRotation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);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3200" dirty="0" noProof="1">
                <a:solidFill>
                  <a:srgbClr val="808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213 | </a:t>
            </a:r>
            <a:r>
              <a:rPr lang="ru-RU" sz="3200" dirty="0" noProof="1">
                <a:solidFill>
                  <a:srgbClr val="222222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}</a:t>
            </a:r>
            <a:endParaRPr lang="ru-RU" sz="32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1350" dirty="0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ns3:creationId val="1010967183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2.3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Тестирование</a:t>
            </a: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проекта</a:t>
            </a:r>
            <a:endParaRPr sz="1800" b="1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Выбран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метод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интеграционного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тестирования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: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проверялась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совместная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работа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меню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таймера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слайдов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кликера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звука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, VR-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управления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статистики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4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стабильность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переходов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сценами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заметных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просадок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FPS;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корректность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VR-</a:t>
            </a:r>
            <a:r>
              <a:rPr sz="1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</a:t>
            </a:r>
            <a:r>
              <a:rPr sz="1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ns2:creationId id="{67AB1A06-238B-4863-9FF9-9D81FAFDC1FE}"/>
              </a:ext>
            </a:extLst>
          </p:cNvPr>
          <p:cNvSpPr>
            <a:spLocks noGrp="1"/>
          </p:cNvSpPr>
          <p:nvPr/>
        </p:nvSpPr>
        <p:spPr>
          <a:xfrm>
            <a:off x="2831726" y="3797659"/>
            <a:ext cx="2665674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 lang="ru-RU" noProof="1">
                <a:solidFill>
                  <a:srgbClr val="FFFFFF"/>
                </a:solidFill>
              </a:defRPr>
            </a:pPr>
            <a:r>
              <a:rPr sz="1200" b="1" dirty="0" err="1" lang="ru-RU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endParaRPr sz="1200" b="1" dirty="0" lang="ru-RU" noProof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ns2:creationId id="{389C0445-630A-4D6F-B776-4345C615354D}"/>
              </a:ext>
            </a:extLst>
          </p:cNvPr>
          <p:cNvSpPr>
            <a:spLocks noGrp="1"/>
          </p:cNvSpPr>
          <p:nvPr/>
        </p:nvSpPr>
        <p:spPr>
          <a:xfrm>
            <a:off x="4266419" y="3797659"/>
            <a:ext cx="3684903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 lang="ru-RU" noProof="1">
                <a:solidFill>
                  <a:srgbClr val="FFFFFF"/>
                </a:solidFill>
              </a:defRPr>
            </a:pPr>
            <a:r>
              <a:rPr sz="1200" b="1" lang="ru-RU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ns2:creationId id="{64A2B2EC-524E-4863-8007-4A1A5C09ABF2}"/>
              </a:ext>
            </a:extLst>
          </p:cNvPr>
          <p:cNvSpPr>
            <a:spLocks noGrp="1"/>
          </p:cNvSpPr>
          <p:nvPr/>
        </p:nvSpPr>
        <p:spPr>
          <a:xfrm>
            <a:off x="6788727" y="3797659"/>
            <a:ext cx="2116859" cy="547349"/>
          </a:xfrm>
          <a:prstGeom prst="rect">
            <a:avLst/>
          </a:prstGeom>
          <a:solidFill>
            <a:srgbClr val="1F4E5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1" lang="ru-RU" noProof="1">
                <a:solidFill>
                  <a:srgbClr val="FFFFFF"/>
                </a:solidFill>
              </a:defRPr>
            </a:pPr>
            <a:r>
              <a:rPr sz="1200" b="1" lang="ru-RU" noProof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ns2:creationId id="{CC52F0AE-2EB1-42EC-B17F-824F0140613B}"/>
              </a:ext>
            </a:extLst>
          </p:cNvPr>
          <p:cNvSpPr>
            <a:spLocks noGrp="1"/>
          </p:cNvSpPr>
          <p:nvPr/>
        </p:nvSpPr>
        <p:spPr>
          <a:xfrm>
            <a:off x="2831726" y="415960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ns2:creationId id="{D4A3E947-ED62-4A04-9F33-DF6C553784EA}"/>
              </a:ext>
            </a:extLst>
          </p:cNvPr>
          <p:cNvSpPr>
            <a:spLocks noGrp="1"/>
          </p:cNvSpPr>
          <p:nvPr/>
        </p:nvSpPr>
        <p:spPr>
          <a:xfrm>
            <a:off x="4266419" y="415960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читаемо, запуск работает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ns2:creationId id="{A8E03067-E822-47B9-9DCF-FD67C913692C}"/>
              </a:ext>
            </a:extLst>
          </p:cNvPr>
          <p:cNvSpPr>
            <a:spLocks noGrp="1"/>
          </p:cNvSpPr>
          <p:nvPr/>
        </p:nvSpPr>
        <p:spPr>
          <a:xfrm>
            <a:off x="6788727" y="415960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ns2:creationId id="{8DA96936-0784-44E4-B27C-52FC9ED54AC4}"/>
              </a:ext>
            </a:extLst>
          </p:cNvPr>
          <p:cNvSpPr>
            <a:spLocks noGrp="1"/>
          </p:cNvSpPr>
          <p:nvPr/>
        </p:nvSpPr>
        <p:spPr>
          <a:xfrm>
            <a:off x="2831726" y="452155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ns2:creationId id="{9F373AA4-4C0C-4330-AD06-7D4C9BD3EE66}"/>
              </a:ext>
            </a:extLst>
          </p:cNvPr>
          <p:cNvSpPr>
            <a:spLocks noGrp="1"/>
          </p:cNvSpPr>
          <p:nvPr/>
        </p:nvSpPr>
        <p:spPr>
          <a:xfrm>
            <a:off x="4266419" y="452155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проваливается, доступен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ns2:creationId id="{66869606-E55C-4EC1-A272-E6594FF12BE2}"/>
              </a:ext>
            </a:extLst>
          </p:cNvPr>
          <p:cNvSpPr>
            <a:spLocks noGrp="1"/>
          </p:cNvSpPr>
          <p:nvPr/>
        </p:nvSpPr>
        <p:spPr>
          <a:xfrm>
            <a:off x="6788727" y="452155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ns2:creationId id="{A14E93D1-F2EB-46ED-B9A6-555690838708}"/>
              </a:ext>
            </a:extLst>
          </p:cNvPr>
          <p:cNvSpPr>
            <a:spLocks noGrp="1"/>
          </p:cNvSpPr>
          <p:nvPr/>
        </p:nvSpPr>
        <p:spPr>
          <a:xfrm>
            <a:off x="2831726" y="4883509"/>
            <a:ext cx="2665674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Звук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ns2:creationId id="{4B13312D-683C-4919-B142-76CE323F5007}"/>
              </a:ext>
            </a:extLst>
          </p:cNvPr>
          <p:cNvSpPr>
            <a:spLocks noGrp="1"/>
          </p:cNvSpPr>
          <p:nvPr/>
        </p:nvSpPr>
        <p:spPr>
          <a:xfrm>
            <a:off x="4266419" y="4883509"/>
            <a:ext cx="3684903" cy="547349"/>
          </a:xfrm>
          <a:prstGeom prst="rect">
            <a:avLst/>
          </a:prstGeom>
          <a:solidFill>
            <a:srgbClr val="FFFFFF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аплодисменты/негативная реакция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ns2:creationId id="{ADAFB81C-322F-403E-A518-C69BB2562656}"/>
              </a:ext>
            </a:extLst>
          </p:cNvPr>
          <p:cNvSpPr>
            <a:spLocks noGrp="1"/>
          </p:cNvSpPr>
          <p:nvPr/>
        </p:nvSpPr>
        <p:spPr>
          <a:xfrm>
            <a:off x="6788727" y="4883509"/>
            <a:ext cx="2116859" cy="547349"/>
          </a:xfrm>
          <a:prstGeom prst="rect">
            <a:avLst/>
          </a:prstGeom>
          <a:solidFill>
            <a:srgbClr val="EAF6EA"/>
          </a:solidFill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pPr>
              <a:defRPr sz="825" b="0" lang="ru-RU" noProof="1">
                <a:solidFill>
                  <a:srgbClr val="1F2933"/>
                </a:solidFill>
              </a:defRPr>
            </a:pPr>
            <a:r>
              <a:rPr sz="1200" b="0" lang="ru-RU" noProof="1">
                <a:solidFill>
                  <a:srgbClr val="1F2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</a:t>
            </a:r>
          </a:p>
        </p:txBody>
      </p:sp>
    </p:spTree>
    <p:extLst>
      <p:ext uri="{BB962C8B-B14F-4D97-AF65-F5344CB8AC3E}">
        <ns3:creationId val="3853056823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6421582" cy="5529849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2.4 </a:t>
            </a:r>
            <a:r>
              <a:rPr sz="24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Руководство</a:t>
            </a:r>
            <a:r>
              <a:rPr sz="24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4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программиста</a:t>
            </a:r>
            <a:endParaRPr sz="2400" b="1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0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Unity 2022.3.45f1;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000" dirty="0" err="1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цены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MainMenu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SampleScene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апка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Assets/Scripts с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вными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C#-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скриптами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Resources/Audio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звуков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реакции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test_slides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материалов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20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точки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MainMenuController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PlayerPrefs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слайдов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SlideChanger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завершения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PresentationSessionManager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кликером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ClickerControls</a:t>
            </a:r>
            <a:r>
              <a:rPr sz="20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ns2:creationId id="{B13006B6-2224-49B8-B98D-A4BEFF1A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7652633" y="1578416"/>
            <a:ext cx="3701167" cy="3701167"/>
          </a:xfrm>
          <a:prstGeom prst="rect">
            <a:avLst/>
          </a:prstGeom>
        </p:spPr>
      </p:pic>
    </p:spTree>
    <p:extLst>
      <p:ext uri="{BB962C8B-B14F-4D97-AF65-F5344CB8AC3E}">
        <ns5:creationId val="2478997579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7539182" cy="5529849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3200" b="1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</a:t>
            </a:r>
            <a:r>
              <a:rPr sz="3200" b="1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Руководство</a:t>
            </a:r>
            <a:r>
              <a:rPr sz="3200" b="1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200" b="1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пользователя</a:t>
            </a:r>
            <a:endParaRPr sz="3200" b="1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endParaRPr sz="24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В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главном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Нажать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тренировку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В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сцене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аудитории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VR-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кликер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слайды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следить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таймером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просмотреть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статистику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Вернуться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повторной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24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VR: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контроллера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наводится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кнопку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нажатие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выполняется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курком</a:t>
            </a:r>
            <a:r>
              <a:rPr sz="24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Trigger.</a:t>
            </a:r>
          </a:p>
        </p:txBody>
      </p:sp>
      <p:pic>
        <p:nvPicPr>
          <p:cNvPr id="4" name="Рисунок 3">
            <a:extLst>
              <a:ext uri="{FF2B5EF4-FFF2-40B4-BE49-F238E27FC236}">
                <ns2:creationId id="{6D646DF9-988C-4BEA-A339-6B56FA6D8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377382" y="1695432"/>
            <a:ext cx="3433211" cy="3433211"/>
          </a:xfrm>
          <a:prstGeom prst="rect">
            <a:avLst/>
          </a:prstGeom>
        </p:spPr>
      </p:pic>
    </p:spTree>
    <p:extLst>
      <p:ext uri="{BB962C8B-B14F-4D97-AF65-F5344CB8AC3E}">
        <ns5:creationId val="959681953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32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2.6 </a:t>
            </a:r>
            <a:r>
              <a:rPr sz="32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Экономическое</a:t>
            </a:r>
            <a:r>
              <a:rPr sz="32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2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обоснование</a:t>
            </a:r>
            <a:r>
              <a:rPr sz="32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2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проекта</a:t>
            </a:r>
            <a:endParaRPr sz="3200" b="1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Полная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себестоимость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готового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составила</a:t>
            </a:r>
            <a:r>
              <a:rPr sz="32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54 688,9 рублей.</a:t>
            </a:r>
            <a:endParaRPr sz="3200" b="1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3:creationId val="331917479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6884937" cy="5529849"/>
          </a:xfrm>
        </p:spPr>
        <p:txBody>
          <a:bodyPr>
            <a:normAutofit/>
          </a:bodyPr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2.7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Техника</a:t>
            </a: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безопасности</a:t>
            </a: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охрана</a:t>
            </a:r>
            <a:r>
              <a:rPr sz="1800" b="1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b="1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труда</a:t>
            </a:r>
            <a:endParaRPr sz="1800" b="1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Рассмотрены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требования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безопасной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разработки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эксплуатации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VR-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приложения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800" dirty="0" lang="ru-RU" noProof="1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рабочего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освещение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перерывы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ПК;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исправность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кабелей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зрительной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нагрузки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800" dirty="0" lang="ru-RU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VR-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свободная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зона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вокруг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самочувствия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гарнитуры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крепление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гарнитуры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контроллеров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прекращение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дискомфорте</a:t>
            </a:r>
            <a:r>
              <a:rPr sz="1800" dirty="0" lang="ru-RU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0" name="Picture 2" descr="Virtual Reality Education Icon SVG Vector &amp; PNG Free Download | UXWing">
            <a:extLst>
              <a:ext uri="{FF2B5EF4-FFF2-40B4-BE49-F238E27FC236}">
                <ns2:creationId id="{D7FC0A87-763F-4BD2-A993-F3299E020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7723137" y="1832123"/>
            <a:ext cx="3630663" cy="319375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536118263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ns2:creationId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  <a:defRPr sz="2550" b="1" lang="ru-RU" noProof="1">
                <a:solidFill>
                  <a:srgbClr val="000000"/>
                </a:solidFill>
              </a:defRPr>
            </a:pPr>
            <a:r>
              <a:rPr sz="2550" b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ns2:creationId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Цель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дипломного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достигнута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разработано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обучающее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приложение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тренировки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публичного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выступления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Решены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роанализированы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предметная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область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аналоги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ыбран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обоснован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стек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Unity + C# +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OpenXR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проектированы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сцены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интерфейс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пользовательский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сценарий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еализованы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меню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таймер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слайды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кликер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реакции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аудитории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статистика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роведено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тестирование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исправлены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выявленные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ошибки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ru-RU" sz="1350" dirty="0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одготовлены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руководства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пользователя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программиста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sz="1350" dirty="0" lang="ru-RU" noProof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 sz="1350" lang="ru-RU" noProof="1">
                <a:solidFill>
                  <a:srgbClr val="000000"/>
                </a:solidFill>
              </a:defRPr>
            </a:pP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может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использоваться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подготовки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студентов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защите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как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дальнейшего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развития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VR-</a:t>
            </a:r>
            <a:r>
              <a:rPr sz="1350" dirty="0" err="1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тренажера</a:t>
            </a:r>
            <a:r>
              <a:rPr sz="1350" dirty="0" lang="ru-RU" noProof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ns3:creationId val="1660399712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ns2:creationId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обучающего </a:t>
            </a: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VR-</a:t>
            </a:r>
            <a:r>
              <a:rPr lang="ru-RU" sz="1800" b="1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</a:t>
            </a:r>
            <a:endParaRPr lang="ru-RU" sz="1800" dirty="0" noProof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 noProof="1">
                <a:latin typeface="Times New Roman" panose="02020603050405020304" pitchFamily="18" charset="0"/>
              </a:rPr>
              <a:t>студент группы ИСп319ДК, Федин Артемий Антонович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Руководитель: преподаватель Исаев Андрей Николаевич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 noProof="1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ns3:creationId val="4009839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Microsoft Office PowerPoint</Application>
  <DocSecurity>0</DocSecurity>
  <PresentationFormat>Широкоэкранный</PresentationFormat>
  <Paragraphs>243</Paragraphs>
  <Slides>17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Times New Roman</vt:lpstr>
      <vt:lpstr>Тема Office</vt:lpstr>
      <vt:lpstr>Презентация PowerPoint</vt:lpstr>
      <vt:lpstr>ВВЕДЕНИЕ</vt:lpstr>
      <vt:lpstr>1 ТЕОРЕТИЧЕСКАЯ ЧАСТЬ</vt:lpstr>
      <vt:lpstr>Презентация PowerPoint</vt:lpstr>
      <vt:lpstr>Презентация PowerPoint</vt:lpstr>
      <vt:lpstr>2 ПРАКТИЧЕСКАЯ ЧАСТЬ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Артемий Федин</cp:lastModifiedBy>
  <cp:revision>1</cp:revision>
  <dcterms:created xsi:type="dcterms:W3CDTF">2026-06-17T11:02:57Z</dcterms:created>
  <dcterms:modified xsi:type="dcterms:W3CDTF">2026-06-17T18:14:46Z</dcterms:modified>
</cp:coreProperties>
</file>