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57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3" autoAdjust="0"/>
    <p:restoredTop sz="94660"/>
  </p:normalViewPr>
  <p:slideViewPr>
    <p:cSldViewPr snapToGrid="0">
      <p:cViewPr varScale="1">
        <p:scale>
          <a:sx n="68" d="100"/>
          <a:sy n="68" d="100"/>
        </p:scale>
        <p:origin x="5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539464-8A25-41CD-9237-446328AED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E35961-626B-47A2-83A0-274514324B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2E91E7-7934-4287-AE62-CEC24646D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86EE-7151-4E45-86A4-A804D745E51D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71FB89-FFB1-4F77-BC72-52605ADDA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19415F-1996-401C-AEE4-C3FF89228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6AE9-9F35-4395-8BD9-7FD90AEB96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0678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092FB-917A-41B0-BB7B-0B46DF44E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065944-B852-443C-9AED-501AFFD56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A05733-F472-48F5-8CD7-F37DB62A8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86EE-7151-4E45-86A4-A804D745E51D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7D9FC4-584F-4029-89FB-0EA9F5B20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6DD411-5BF1-463C-9862-316724140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6AE9-9F35-4395-8BD9-7FD90AEB96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816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CB8DDE-B1B2-43B3-87EB-8A5DDF227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7D1AEC-328E-4862-A9A8-ACB9071BD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B1FE3D-50F0-4E5F-80E5-7A519A196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86EE-7151-4E45-86A4-A804D745E51D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91D980-A42F-4222-A745-CA16F277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A51408-2E19-442E-982F-B1F5CD6DF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6AE9-9F35-4395-8BD9-7FD90AEB96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5401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7C1F6E-FCCC-4E0F-A992-12EBBDB6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A5BA26-5A6F-451D-A38C-FD40D541A0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A6CF3D-8C15-405F-BE90-70DDDE8DC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797BC0-82A5-4B19-AAB5-98D9600F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86EE-7151-4E45-86A4-A804D745E51D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EDBC0A-781C-4957-870D-C2FAD75CB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E65BA8-B630-4C63-8101-9D72F3DF0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6AE9-9F35-4395-8BD9-7FD90AEB96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915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EBB0CB-6147-4546-AB4B-8B13BFBE5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314E04-DE1D-45B0-BA0D-08C9BC1B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62CDAE-6738-4C10-85F3-A9913D617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6681395-6CEA-4C22-96B6-2A9BDDA469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6280A2D-D1C5-43D8-99A1-DCF964E0A1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1CF7BDE-3985-42F6-A6FA-57CB47E32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86EE-7151-4E45-86A4-A804D745E51D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F3B0F51-13C6-47DA-BD03-49F8B056C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C6A4C85-0B83-4859-A77D-ECA115354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6AE9-9F35-4395-8BD9-7FD90AEB96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0816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E8543-D5EB-42E0-8EC7-5DB81AA50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54C1B04-51AF-4EAE-A7E3-93FE4CAF3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86EE-7151-4E45-86A4-A804D745E51D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DBC5EC3-93F1-4A87-AAC4-C9518C03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F74341F-5135-4393-A9F8-703A3C82D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6AE9-9F35-4395-8BD9-7FD90AEB96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118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A25810B-B299-4A8D-B7B8-BC6AAA590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86EE-7151-4E45-86A4-A804D745E51D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BBBDF9B-F9F9-4879-958B-1F001FB32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0AC63AF-E231-4E0D-A4E9-8409AC421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6AE9-9F35-4395-8BD9-7FD90AEB96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668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2E1CD8-F413-4D42-93CE-3F76B1628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5F3C9-E38E-49BD-80C5-968823A8C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39B89F5-2CA9-43D8-A6AA-40453912C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B5B1BAD-8A35-4759-9FF4-848F2029F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86EE-7151-4E45-86A4-A804D745E51D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31B787-F02C-4882-8A49-1D4F68956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519F93-C511-412A-BED5-E203AA75D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6AE9-9F35-4395-8BD9-7FD90AEB96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62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CAF74C-ACB7-4895-8A73-F67ADDA5F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7C97208-E5E1-49BF-95EF-7A6636C7C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5EAFD68-F504-4575-898F-A2F7E222F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D25E52-3EBC-4BFA-8855-81CEA08CE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86EE-7151-4E45-86A4-A804D745E51D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58BA51-F3A1-4121-897D-5A7EB5B71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17A94C-B23A-406D-94DE-445795585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6AE9-9F35-4395-8BD9-7FD90AEB96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3433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B5C7EF-5962-4BAC-9065-41C0C7C6A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4940DF8-AC19-42BE-916E-4A7283E4B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997841-8661-41EB-B2D3-443EB315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86EE-7151-4E45-86A4-A804D745E51D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4D04FB-F827-47AB-8EF4-12138DABC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0A43B5-46BE-4ECF-8127-28D4CC022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6AE9-9F35-4395-8BD9-7FD90AEB96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586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0C25581-61BF-4711-A656-A83B74E2D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9AAEC1-33C8-49A0-8A93-C66429B12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4E5A0A-19B9-44DC-8FD6-C81091D9F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86EE-7151-4E45-86A4-A804D745E51D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366235-5AF5-4862-85DA-003718DC3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86ADB5-FBBF-4DAD-9A12-286BC0C1C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6AE9-9F35-4395-8BD9-7FD90AEB96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7901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39EC0D-2C47-4B1D-B95E-A32B338C3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322B64-1954-4077-BE02-BD38C899B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60F64B-9C9C-44B6-BD1B-815794F8D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D86EE-7151-4E45-86A4-A804D745E51D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1A78FC-5F58-485A-B888-15D59BD07C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77A4C0-9448-441D-8E46-DA00C5F31F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76AE9-9F35-4395-8BD9-7FD90AEB96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4600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A8C7AF-2FCE-4C18-A9D2-C3DFE6123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435" y="322729"/>
            <a:ext cx="10986247" cy="6225989"/>
          </a:xfrm>
        </p:spPr>
        <p:txBody>
          <a:bodyPr>
            <a:normAutofit/>
          </a:bodyPr>
          <a:lstStyle/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Челябинской области 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образовательное учреждение 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«Южно-Уральский государственный колледж»</a:t>
            </a:r>
          </a:p>
          <a:p>
            <a:pPr algn="ctr">
              <a:lnSpc>
                <a:spcPct val="150000"/>
              </a:lnSpc>
              <a:spcBef>
                <a:spcPts val="1055"/>
              </a:spcBef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 «Информатики и вычислительной техники»</a:t>
            </a:r>
          </a:p>
          <a:p>
            <a:pPr algn="ctr">
              <a:lnSpc>
                <a:spcPct val="150000"/>
              </a:lnSpc>
              <a:spcBef>
                <a:spcPts val="3000"/>
              </a:spcBef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ДИПЛОМНЫЙ ПРОЕКТ</a:t>
            </a:r>
          </a:p>
          <a:p>
            <a:pPr algn="ctr">
              <a:lnSpc>
                <a:spcPct val="150000"/>
              </a:lnSpc>
              <a:spcBef>
                <a:spcPts val="360"/>
              </a:spcBef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Тема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специальность СПО 09.02.07 «Информационные системы и программирование»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</a:rPr>
              <a:t>Дипломный проект выполнил: 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  <a:tabLst>
                <a:tab pos="8258175" algn="l"/>
              </a:tabLst>
            </a:pPr>
            <a:r>
              <a:rPr lang="ru-RU" sz="1800" dirty="0">
                <a:latin typeface="Times New Roman" panose="02020603050405020304" pitchFamily="18" charset="0"/>
              </a:rPr>
              <a:t>студент группы ___________,	____________ФИО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</a:rPr>
              <a:t>очного отделения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</a:rPr>
              <a:t>Руководитель: преподаватель	_____________ФИО</a:t>
            </a:r>
          </a:p>
          <a:p>
            <a:pPr>
              <a:lnSpc>
                <a:spcPct val="150000"/>
              </a:lnSpc>
              <a:spcBef>
                <a:spcPts val="4800"/>
              </a:spcBef>
            </a:pPr>
            <a:r>
              <a:rPr lang="ru-RU" sz="1800" dirty="0">
                <a:latin typeface="Times New Roman" panose="02020603050405020304" pitchFamily="18" charset="0"/>
              </a:rPr>
              <a:t>Челябинск 2026</a:t>
            </a:r>
          </a:p>
        </p:txBody>
      </p:sp>
    </p:spTree>
    <p:extLst>
      <p:ext uri="{BB962C8B-B14F-4D97-AF65-F5344CB8AC3E}">
        <p14:creationId xmlns:p14="http://schemas.microsoft.com/office/powerpoint/2010/main" val="4009839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E8265DE-7825-4199-B422-5C1528218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B9B5B7-9B76-4F46-93AB-B3DCA2467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(как в ПЗ)</a:t>
            </a:r>
          </a:p>
        </p:txBody>
      </p:sp>
    </p:spTree>
    <p:extLst>
      <p:ext uri="{BB962C8B-B14F-4D97-AF65-F5344CB8AC3E}">
        <p14:creationId xmlns:p14="http://schemas.microsoft.com/office/powerpoint/2010/main" val="2786281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9D81F6-8381-454F-98A7-9C9706D67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ТЕОРЕТИЧЕСКАЯ ЧАСТЬ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 Анализ предметной области и существующих аналогов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(вставьте иконки игр, которые были отмечены в записке как аналоги)</a:t>
            </a:r>
          </a:p>
          <a:p>
            <a:pPr marL="0" indent="0">
              <a:buNone/>
            </a:pP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571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Основные теоретические аспекты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(можно перечислить основные игровые механики, либо вставить их схематическое изображение)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847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 Обзор и обоснование выбора технологий и инструментов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(вставьте иконки сред разработки и языков программирования, которые были проанализированы и отдельно выделите те, которые были выбраны для реализации проекта)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424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9D81F6-8381-454F-98A7-9C9706D67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ПРАКТИЧЕСКАЯ ЧАСТЬ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2.1 Проектирование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(Можно вставить схематическую модель игрового цикла или в виде таблицы сделать функциональные требования к игре)</a:t>
            </a:r>
          </a:p>
          <a:p>
            <a:pPr marL="0" indent="0">
              <a:buNone/>
            </a:pP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230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Реализация проекта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Здесь сначала вставьте рисунок того фрагмента игры, на коде к которому Вы будете защищаться, а потом вставьте код на 2 (максимум 3) слайда. Код вставляйте как текст, и обязательно копируйте нумерацию строк кода.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64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Тестирование проекта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(Можно вставить таблицу результатов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фкнкционального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тестирования, если в записке у Вас в ней много строк, выберите несколько основных, а словами напишите по скольким параметрам проводилось тестирование)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056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2.4 Руководство программиста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(Можно написать минимальные и рекомендуемые системные требования к системе для корректной работы игры, либо те основные параметры, которые вы рассмотрели в данном пункте)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997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2.5 Руководство пользователя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(Можно вставить рисунок стартового окна Вашей игры либо приложения)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681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2.6 Экономическое обоснование проекта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Полная себестоимость готового программного продукта составила ______________ рублей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(Можно вставить картинку экономической направленности)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174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2.7 Техника безопасности и охрана труда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(Можно вставить картинку по технике безопасности)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118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E8265DE-7825-4199-B422-5C1528218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B9B5B7-9B76-4F46-93AB-B3DCA2467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(написать какая) достигнута.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задачи (перечислить) решены.</a:t>
            </a:r>
          </a:p>
        </p:txBody>
      </p:sp>
    </p:spTree>
    <p:extLst>
      <p:ext uri="{BB962C8B-B14F-4D97-AF65-F5344CB8AC3E}">
        <p14:creationId xmlns:p14="http://schemas.microsoft.com/office/powerpoint/2010/main" val="1660399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A8C7AF-2FCE-4C18-A9D2-C3DFE6123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435" y="322729"/>
            <a:ext cx="10986247" cy="6225989"/>
          </a:xfrm>
        </p:spPr>
        <p:txBody>
          <a:bodyPr>
            <a:normAutofit/>
          </a:bodyPr>
          <a:lstStyle/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Челябинской области 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образовательное учреждение 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«Южно-Уральский государственный колледж»</a:t>
            </a:r>
          </a:p>
          <a:p>
            <a:pPr algn="ctr">
              <a:lnSpc>
                <a:spcPct val="150000"/>
              </a:lnSpc>
              <a:spcBef>
                <a:spcPts val="1055"/>
              </a:spcBef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 «Информатики и вычислительной техники»</a:t>
            </a:r>
          </a:p>
          <a:p>
            <a:pPr algn="ctr">
              <a:lnSpc>
                <a:spcPct val="150000"/>
              </a:lnSpc>
              <a:spcBef>
                <a:spcPts val="3000"/>
              </a:spcBef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ДИПЛОМНЫЙ ПРОЕКТ</a:t>
            </a:r>
          </a:p>
          <a:p>
            <a:pPr algn="ctr">
              <a:lnSpc>
                <a:spcPct val="150000"/>
              </a:lnSpc>
              <a:spcBef>
                <a:spcPts val="360"/>
              </a:spcBef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Тема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специальность СПО 09.02.07 «Информационные системы и программирование»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</a:rPr>
              <a:t>Дипломный проект выполнил: 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  <a:tabLst>
                <a:tab pos="8258175" algn="l"/>
              </a:tabLst>
            </a:pPr>
            <a:r>
              <a:rPr lang="ru-RU" sz="1800" dirty="0">
                <a:latin typeface="Times New Roman" panose="02020603050405020304" pitchFamily="18" charset="0"/>
              </a:rPr>
              <a:t>студент группы ___________,	____________ФИО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</a:rPr>
              <a:t>очного отделения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</a:rPr>
              <a:t>Руководитель: преподаватель	_____________ФИО</a:t>
            </a:r>
          </a:p>
          <a:p>
            <a:pPr>
              <a:lnSpc>
                <a:spcPct val="150000"/>
              </a:lnSpc>
              <a:spcBef>
                <a:spcPts val="4800"/>
              </a:spcBef>
            </a:pPr>
            <a:r>
              <a:rPr lang="ru-RU" sz="1800" dirty="0">
                <a:latin typeface="Times New Roman" panose="02020603050405020304" pitchFamily="18" charset="0"/>
              </a:rPr>
              <a:t>Челябинск 2026</a:t>
            </a:r>
          </a:p>
        </p:txBody>
      </p:sp>
    </p:spTree>
    <p:extLst>
      <p:ext uri="{BB962C8B-B14F-4D97-AF65-F5344CB8AC3E}">
        <p14:creationId xmlns:p14="http://schemas.microsoft.com/office/powerpoint/2010/main" val="37326518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386</Words>
  <Application>Microsoft Office PowerPoint</Application>
  <PresentationFormat>Широкоэкранный</PresentationFormat>
  <Paragraphs>50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ВВЕДЕНИЕ</vt:lpstr>
      <vt:lpstr>1 ТЕОРЕТИЧЕСКАЯ ЧАСТЬ</vt:lpstr>
      <vt:lpstr>Презентация PowerPoint</vt:lpstr>
      <vt:lpstr>Презентация PowerPoint</vt:lpstr>
      <vt:lpstr>2 ПРАКТИЧЕСКАЯ ЧАСТЬ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Boss</dc:creator>
  <cp:lastModifiedBy>Boss</cp:lastModifiedBy>
  <cp:revision>9</cp:revision>
  <dcterms:created xsi:type="dcterms:W3CDTF">2026-06-04T07:53:36Z</dcterms:created>
  <dcterms:modified xsi:type="dcterms:W3CDTF">2026-06-04T08:45:42Z</dcterms:modified>
</cp:coreProperties>
</file>