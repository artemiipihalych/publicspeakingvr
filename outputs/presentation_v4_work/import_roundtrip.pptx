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971c51a8744e19" /><Relationship Type="http://schemas.openxmlformats.org/officeDocument/2006/relationships/extended-properties" Target="/docProps/app.xml" Id="Rbed6f6666a974755" /><Relationship Type="http://schemas.openxmlformats.org/officeDocument/2006/relationships/officeDocument" Target="/ppt/presentation.xml" Id="R6be4801d23ba4c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c8e268955c40e8"/>
  </p:sldMasterIdLst>
  <p:notesMasterIdLst>
    <p:notesMasterId xmlns:r="http://schemas.openxmlformats.org/officeDocument/2006/relationships" r:id="R0dfb5e31ed7d4653"/>
  </p:notesMasterIdLst>
  <p:sldIdLst>
    <p:sldId xmlns:r="http://schemas.openxmlformats.org/officeDocument/2006/relationships" id="256" r:id="Rcf2916d697a14212"/>
    <p:sldId xmlns:r="http://schemas.openxmlformats.org/officeDocument/2006/relationships" id="257" r:id="Rfd05aa44605b476a"/>
    <p:sldId xmlns:r="http://schemas.openxmlformats.org/officeDocument/2006/relationships" id="258" r:id="R464be7bd93324643"/>
    <p:sldId xmlns:r="http://schemas.openxmlformats.org/officeDocument/2006/relationships" id="259" r:id="Rde27eb37d6b94edd"/>
    <p:sldId xmlns:r="http://schemas.openxmlformats.org/officeDocument/2006/relationships" id="260" r:id="Rc216587a1fc548d9"/>
    <p:sldId xmlns:r="http://schemas.openxmlformats.org/officeDocument/2006/relationships" id="261" r:id="R0c57c8ba5d544198"/>
    <p:sldId xmlns:r="http://schemas.openxmlformats.org/officeDocument/2006/relationships" id="262" r:id="R9621c90f196248b6"/>
    <p:sldId xmlns:r="http://schemas.openxmlformats.org/officeDocument/2006/relationships" id="263" r:id="Re5356c3e04d646fc"/>
    <p:sldId xmlns:r="http://schemas.openxmlformats.org/officeDocument/2006/relationships" id="264" r:id="R0f3fe860453d4547"/>
    <p:sldId xmlns:r="http://schemas.openxmlformats.org/officeDocument/2006/relationships" id="265" r:id="Raf1931e5f60543cb"/>
    <p:sldId xmlns:r="http://schemas.openxmlformats.org/officeDocument/2006/relationships" id="266" r:id="Rc461795730ee439f"/>
    <p:sldId xmlns:r="http://schemas.openxmlformats.org/officeDocument/2006/relationships" id="267" r:id="R6e2ba1d5c60448c3"/>
    <p:sldId xmlns:r="http://schemas.openxmlformats.org/officeDocument/2006/relationships" id="268" r:id="R8de51866c9d7472e"/>
    <p:sldId xmlns:r="http://schemas.openxmlformats.org/officeDocument/2006/relationships" id="269" r:id="Raa7e3f00aded40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ebbf4d64984667" /><Relationship Type="http://schemas.openxmlformats.org/officeDocument/2006/relationships/slideMaster" Target="/ppt/slideMasters/slideMaster1.xml" Id="Rdac8e268955c40e8" /><Relationship Type="http://schemas.openxmlformats.org/officeDocument/2006/relationships/notesMaster" Target="/ppt/notesMasters/notesMaster1.xml" Id="R0dfb5e31ed7d4653" /><Relationship Type="http://schemas.openxmlformats.org/officeDocument/2006/relationships/presProps" Target="/ppt/presProps.xml" Id="R14510a572a9d427c" /><Relationship Type="http://schemas.openxmlformats.org/officeDocument/2006/relationships/tableStyles" Target="/ppt/tableStyles.xml" Id="Rd2a34cd63b294970" /><Relationship Type="http://schemas.openxmlformats.org/officeDocument/2006/relationships/slide" Target="/ppt/slides/slide1.xml" Id="Rcf2916d697a14212" /><Relationship Type="http://schemas.openxmlformats.org/officeDocument/2006/relationships/slide" Target="/ppt/slides/slide2.xml" Id="Rfd05aa44605b476a" /><Relationship Type="http://schemas.openxmlformats.org/officeDocument/2006/relationships/slide" Target="/ppt/slides/slide3.xml" Id="R464be7bd93324643" /><Relationship Type="http://schemas.openxmlformats.org/officeDocument/2006/relationships/slide" Target="/ppt/slides/slide4.xml" Id="Rde27eb37d6b94edd" /><Relationship Type="http://schemas.openxmlformats.org/officeDocument/2006/relationships/slide" Target="/ppt/slides/slide5.xml" Id="Rc216587a1fc548d9" /><Relationship Type="http://schemas.openxmlformats.org/officeDocument/2006/relationships/slide" Target="/ppt/slides/slide6.xml" Id="R0c57c8ba5d544198" /><Relationship Type="http://schemas.openxmlformats.org/officeDocument/2006/relationships/slide" Target="/ppt/slides/slide7.xml" Id="R9621c90f196248b6" /><Relationship Type="http://schemas.openxmlformats.org/officeDocument/2006/relationships/slide" Target="/ppt/slides/slide8.xml" Id="Re5356c3e04d646fc" /><Relationship Type="http://schemas.openxmlformats.org/officeDocument/2006/relationships/slide" Target="/ppt/slides/slide9.xml" Id="R0f3fe860453d4547" /><Relationship Type="http://schemas.openxmlformats.org/officeDocument/2006/relationships/slide" Target="/ppt/slides/slide10.xml" Id="Raf1931e5f60543cb" /><Relationship Type="http://schemas.openxmlformats.org/officeDocument/2006/relationships/slide" Target="/ppt/slides/slide11.xml" Id="Rc461795730ee439f" /><Relationship Type="http://schemas.openxmlformats.org/officeDocument/2006/relationships/slide" Target="/ppt/slides/slide12.xml" Id="R6e2ba1d5c60448c3" /><Relationship Type="http://schemas.openxmlformats.org/officeDocument/2006/relationships/slide" Target="/ppt/slides/slide13.xml" Id="R8de51866c9d7472e" /><Relationship Type="http://schemas.openxmlformats.org/officeDocument/2006/relationships/slide" Target="/ppt/slides/slide14.xml" Id="Raa7e3f00aded40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95c118367f4f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416823c73949d9" /><Relationship Type="http://schemas.openxmlformats.org/officeDocument/2006/relationships/notesMaster" Target="/ppt/notesMasters/notesMaster1.xml" Id="Rea96eea6c6dd41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3ad95577024bf6" /><Relationship Type="http://schemas.openxmlformats.org/officeDocument/2006/relationships/notesMaster" Target="/ppt/notesMasters/notesMaster1.xml" Id="R7bc25acc22ef44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e4d4d2d1394e45" /><Relationship Type="http://schemas.openxmlformats.org/officeDocument/2006/relationships/notesMaster" Target="/ppt/notesMasters/notesMaster1.xml" Id="R00f59da526d34d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f3854bc79a4daa" /><Relationship Type="http://schemas.openxmlformats.org/officeDocument/2006/relationships/notesMaster" Target="/ppt/notesMasters/notesMaster1.xml" Id="R06c4bc9d823d4f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23b59a35d94132" /><Relationship Type="http://schemas.openxmlformats.org/officeDocument/2006/relationships/notesMaster" Target="/ppt/notesMasters/notesMaster1.xml" Id="R1b01d0ad50bd40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8f1a6cff064fc7" /><Relationship Type="http://schemas.openxmlformats.org/officeDocument/2006/relationships/notesMaster" Target="/ppt/notesMasters/notesMaster1.xml" Id="R1a46b8b2eec44a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69f33f81f443b0" /><Relationship Type="http://schemas.openxmlformats.org/officeDocument/2006/relationships/notesMaster" Target="/ppt/notesMasters/notesMaster1.xml" Id="R354568acf89746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d89bbf896f447b" /><Relationship Type="http://schemas.openxmlformats.org/officeDocument/2006/relationships/notesMaster" Target="/ppt/notesMasters/notesMaster1.xml" Id="Rfd89596c5d4e44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549461486b4ee6" /><Relationship Type="http://schemas.openxmlformats.org/officeDocument/2006/relationships/notesMaster" Target="/ppt/notesMasters/notesMaster1.xml" Id="Rf15ec8a887b244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844fe9d8f44640" /><Relationship Type="http://schemas.openxmlformats.org/officeDocument/2006/relationships/notesMaster" Target="/ppt/notesMasters/notesMaster1.xml" Id="Rc8a84941235c4a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cf087290b749d4" /><Relationship Type="http://schemas.openxmlformats.org/officeDocument/2006/relationships/notesMaster" Target="/ppt/notesMasters/notesMaster1.xml" Id="R37211f4648f945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81d029e3a74790" /><Relationship Type="http://schemas.openxmlformats.org/officeDocument/2006/relationships/notesMaster" Target="/ppt/notesMasters/notesMaster1.xml" Id="Rd18b27a8e9a440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d08e3f214b4a16" /><Relationship Type="http://schemas.openxmlformats.org/officeDocument/2006/relationships/notesMaster" Target="/ppt/notesMasters/notesMaster1.xml" Id="R043b2fc728f849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3bb2e8b26e4cdc" /><Relationship Type="http://schemas.openxmlformats.org/officeDocument/2006/relationships/notesMaster" Target="/ppt/notesMasters/notesMaster1.xml" Id="R26f35c17569f4e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6d462f10a343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db5ab0f7e42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38546768548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ce12e9d5b41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cdafb8ddb40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7021695d7448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e610c4062481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65587271eb49d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33837dc1fe428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61e6fa0da49e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852fe061c4ed3" /></Relationships>
</file>

<file path=ppt/slideLayouts/slideLayout1.xml><?xml version="1.0" encoding="utf-8"?>
<p:sldLayout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C539464-8A25-41CD-9237-446328AED75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BE35961-626B-47A2-83A0-274514324B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Образец подзаголовка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532E91E7-7934-4287-AE62-CEC24646DA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A71FB89-FFB1-4F77-BC72-52605ADDAA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419415F-1996-401C-AEE4-C3FF892288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8F092FB-917A-41B0-BB7B-0B46DF44E6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B6065944-B852-443C-9AED-501AFFD56D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01A05733-F472-48F5-8CD7-F37DB62A8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B7D9FC4-584F-4029-89FB-0EA9F5B20A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376DD411-5BF1-463C-9862-3167241400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ACB8DDE-B1B2-43B3-87EB-8A5DDF227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A57D1AEC-328E-4862-A9A8-ACB9071BD8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23B1FE3D-50F0-4E5F-80E5-7A519A1961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C91D980-A42F-4222-A745-CA16F2774A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EA51408-2E19-442E-982F-B1F5CD6DF6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57C1F6E-FCCC-4E0F-A992-12EBBDB66E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A8A5BA26-5A6F-451D-A38C-FD40D541A00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6EA6CF3D-8C15-405F-BE90-70DDDE8DCCC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5D797BC0-82A5-4B19-AAB5-98D9600F25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F7EDBC0A-781C-4957-870D-C2FAD75CBA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7AE65BA8-B630-4C63-8101-9D72F3DF03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DEBB0CB-6147-4546-AB4B-8B13BFBE5C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9314E04-DE1D-45B0-BA0D-08C9BC1B1D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C62CDAE-6738-4C10-85F3-A9913D6178A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6681395-6CEA-4C22-96B6-2A9BDDA469F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A6280A2D-D1C5-43D8-99A1-DCF964E0A16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7" name="Дата 6">
            <a:extLst xmlns:a="http://schemas.openxmlformats.org/drawingml/2006/main">
              <a:ext uri="{FF2B5EF4-FFF2-40B4-BE49-F238E27FC236}">
                <a16:creationId xmlns:a16="http://schemas.microsoft.com/office/drawing/2014/main" id="{D1CF7BDE-3985-42F6-A6FA-57CB47E320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8" name="Нижний колонтитул 7">
            <a:extLst xmlns:a="http://schemas.openxmlformats.org/drawingml/2006/main">
              <a:ext uri="{FF2B5EF4-FFF2-40B4-BE49-F238E27FC236}">
                <a16:creationId xmlns:a16="http://schemas.microsoft.com/office/drawing/2014/main" id="{0F3B0F51-13C6-47DA-BD03-49F8B056C1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Номер слайда 8">
            <a:extLst xmlns:a="http://schemas.openxmlformats.org/drawingml/2006/main">
              <a:ext uri="{FF2B5EF4-FFF2-40B4-BE49-F238E27FC236}">
                <a16:creationId xmlns:a16="http://schemas.microsoft.com/office/drawing/2014/main" id="{4C6A4C85-0B83-4859-A77D-ECA115354A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16E8543-D5EB-42E0-8EC7-5DB81AA503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Дата 2">
            <a:extLst xmlns:a="http://schemas.openxmlformats.org/drawingml/2006/main">
              <a:ext uri="{FF2B5EF4-FFF2-40B4-BE49-F238E27FC236}">
                <a16:creationId xmlns:a16="http://schemas.microsoft.com/office/drawing/2014/main" id="{154C1B04-51AF-4EAE-A7E3-93FE4CAF31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4" name="Нижний колонтитул 3">
            <a:extLst xmlns:a="http://schemas.openxmlformats.org/drawingml/2006/main">
              <a:ext uri="{FF2B5EF4-FFF2-40B4-BE49-F238E27FC236}">
                <a16:creationId xmlns:a16="http://schemas.microsoft.com/office/drawing/2014/main" id="{BDBC5EC3-93F1-4A87-AAC4-C9518C03CB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Номер слайда 4">
            <a:extLst xmlns:a="http://schemas.openxmlformats.org/drawingml/2006/main">
              <a:ext uri="{FF2B5EF4-FFF2-40B4-BE49-F238E27FC236}">
                <a16:creationId xmlns:a16="http://schemas.microsoft.com/office/drawing/2014/main" id="{DF74341F-5135-4393-A9F8-703A3C82DF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Дата 1">
            <a:extLst xmlns:a="http://schemas.openxmlformats.org/drawingml/2006/main">
              <a:ext uri="{FF2B5EF4-FFF2-40B4-BE49-F238E27FC236}">
                <a16:creationId xmlns:a16="http://schemas.microsoft.com/office/drawing/2014/main" id="{7A25810B-B299-4A8D-B7B8-BC6AAA5903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3" name="Нижний колонтитул 2">
            <a:extLst xmlns:a="http://schemas.openxmlformats.org/drawingml/2006/main">
              <a:ext uri="{FF2B5EF4-FFF2-40B4-BE49-F238E27FC236}">
                <a16:creationId xmlns:a16="http://schemas.microsoft.com/office/drawing/2014/main" id="{2BBBDF9B-F9F9-4879-958B-1F001FB322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Номер слайда 3">
            <a:extLst xmlns:a="http://schemas.openxmlformats.org/drawingml/2006/main">
              <a:ext uri="{FF2B5EF4-FFF2-40B4-BE49-F238E27FC236}">
                <a16:creationId xmlns:a16="http://schemas.microsoft.com/office/drawing/2014/main" id="{C0AC63AF-E231-4E0D-A4E9-8409AC4219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72E1CD8-F413-4D42-93CE-3F76B1628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3F25F3C9-E38E-49BD-80C5-968823A8C3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939B89F5-2CA9-43D8-A6AA-40453912C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2B5B1BAD-8A35-4759-9FF4-848F2029F1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3F31B787-F02C-4882-8A49-1D4F689562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56519F93-C511-412A-BED5-E203AA75D2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ACAF74C-ACB7-4895-8A73-F67ADDA5F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77C97208-E5E1-49BF-95EF-7A6636C7CA3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45EAFD68-F504-4575-898F-A2F7E222F1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9AD25E52-3EBC-4BFA-8855-81CEA08CEA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58BA51-F3A1-4121-897D-5A7EB5B712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3717A94C-B23A-406D-94DE-4457955859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7B5C7EF-5962-4BAC-9065-41C0C7C6A9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D4940DF8-AC19-42BE-916E-4A7283E4B6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B8997841-8661-41EB-B2D3-443EB315BC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D4D04FB-F827-47AB-8EF4-12138DABC3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D0A43B5-46BE-4ECF-8127-28D4CC0222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Вертикальный 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0C25581-61BF-4711-A656-A83B74E2DA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789AAEC1-33C8-49A0-8A93-C66429B12B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7A4E5A0A-19B9-44DC-8FD6-C81091D9F2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6366235-5AF5-4862-85DA-003718DC32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FA86ADB5-FBBF-4DAD-9A12-286BC0C1C5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830b7f13014481" /><Relationship Type="http://schemas.openxmlformats.org/officeDocument/2006/relationships/slideLayout" Target="/ppt/slideLayouts/slideLayout1.xml" Id="R38b0d03db69440a5" /><Relationship Type="http://schemas.openxmlformats.org/officeDocument/2006/relationships/slideLayout" Target="/ppt/slideLayouts/slideLayout2.xml" Id="R8a7b73fe62374120" /><Relationship Type="http://schemas.openxmlformats.org/officeDocument/2006/relationships/slideLayout" Target="/ppt/slideLayouts/slideLayout3.xml" Id="R3edebe5189c44ca4" /><Relationship Type="http://schemas.openxmlformats.org/officeDocument/2006/relationships/slideLayout" Target="/ppt/slideLayouts/slideLayout4.xml" Id="R31f04059db8e44b5" /><Relationship Type="http://schemas.openxmlformats.org/officeDocument/2006/relationships/slideLayout" Target="/ppt/slideLayouts/slideLayout5.xml" Id="R877ab554c32948b2" /><Relationship Type="http://schemas.openxmlformats.org/officeDocument/2006/relationships/slideLayout" Target="/ppt/slideLayouts/slideLayout6.xml" Id="R29a853a4d21f4f94" /><Relationship Type="http://schemas.openxmlformats.org/officeDocument/2006/relationships/slideLayout" Target="/ppt/slideLayouts/slideLayout7.xml" Id="R2662e843cb2b4b1d" /><Relationship Type="http://schemas.openxmlformats.org/officeDocument/2006/relationships/slideLayout" Target="/ppt/slideLayouts/slideLayout8.xml" Id="Rc697894b3f14406d" /><Relationship Type="http://schemas.openxmlformats.org/officeDocument/2006/relationships/slideLayout" Target="/ppt/slideLayouts/slideLayout9.xml" Id="Rfe0be3181d024150" /><Relationship Type="http://schemas.openxmlformats.org/officeDocument/2006/relationships/slideLayout" Target="/ppt/slideLayouts/slideLayout10.xml" Id="R522ee6fdc19341cb" /><Relationship Type="http://schemas.openxmlformats.org/officeDocument/2006/relationships/slideLayout" Target="/ppt/slideLayouts/slideLayout11.xml" Id="R0e4a4c8a315e463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239EC0D-2C47-4B1D-B95E-A32B338C31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1B322B64-1954-4077-BE02-BD38C899BB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260F64B-9C9C-44B6-BD1B-815794F8DED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61A78FC-5F58-485A-B888-15D59BD07C9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E77A4C0-9448-441D-8E46-DA00C5F31FB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b0d03db69440a5"/>
    <p:sldLayoutId xmlns:r="http://schemas.openxmlformats.org/officeDocument/2006/relationships" id="2147483650" r:id="R8a7b73fe62374120"/>
    <p:sldLayoutId xmlns:r="http://schemas.openxmlformats.org/officeDocument/2006/relationships" id="2147483651" r:id="R3edebe5189c44ca4"/>
    <p:sldLayoutId xmlns:r="http://schemas.openxmlformats.org/officeDocument/2006/relationships" id="2147483652" r:id="R31f04059db8e44b5"/>
    <p:sldLayoutId xmlns:r="http://schemas.openxmlformats.org/officeDocument/2006/relationships" id="2147483653" r:id="R877ab554c32948b2"/>
    <p:sldLayoutId xmlns:r="http://schemas.openxmlformats.org/officeDocument/2006/relationships" id="2147483654" r:id="R29a853a4d21f4f94"/>
    <p:sldLayoutId xmlns:r="http://schemas.openxmlformats.org/officeDocument/2006/relationships" id="2147483655" r:id="R2662e843cb2b4b1d"/>
    <p:sldLayoutId xmlns:r="http://schemas.openxmlformats.org/officeDocument/2006/relationships" id="2147483656" r:id="Rc697894b3f14406d"/>
    <p:sldLayoutId xmlns:r="http://schemas.openxmlformats.org/officeDocument/2006/relationships" id="2147483657" r:id="Rfe0be3181d024150"/>
    <p:sldLayoutId xmlns:r="http://schemas.openxmlformats.org/officeDocument/2006/relationships" id="2147483658" r:id="R522ee6fdc19341cb"/>
    <p:sldLayoutId xmlns:r="http://schemas.openxmlformats.org/officeDocument/2006/relationships" id="2147483659" r:id="R0e4a4c8a315e46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69b3c43eb4ffd" /><Relationship Type="http://schemas.openxmlformats.org/officeDocument/2006/relationships/notesSlide" Target="/ppt/notesSlides/notesSlide1.xml" Id="Re417d3e1727540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fd9e42a0cb4417" /><Relationship Type="http://schemas.openxmlformats.org/officeDocument/2006/relationships/notesSlide" Target="/ppt/notesSlides/notesSlide2.xml" Id="R1b5bd256b8a547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ad929367ba483d" /><Relationship Type="http://schemas.openxmlformats.org/officeDocument/2006/relationships/notesSlide" Target="/ppt/notesSlides/notesSlide3.xml" Id="R1f15607ef6a345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034cfbd3854e04" /><Relationship Type="http://schemas.openxmlformats.org/officeDocument/2006/relationships/notesSlide" Target="/ppt/notesSlides/notesSlide4.xml" Id="Re2cc58ed734742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6b87bdc0094fd5" /><Relationship Type="http://schemas.openxmlformats.org/officeDocument/2006/relationships/notesSlide" Target="/ppt/notesSlides/notesSlide5.xml" Id="R4e81233167a54c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2922fa2cc74224" /><Relationship Type="http://schemas.openxmlformats.org/officeDocument/2006/relationships/notesSlide" Target="/ppt/notesSlides/notesSlide6.xml" Id="R6405d94f5d2d43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480bff949e4ebb" /><Relationship Type="http://schemas.openxmlformats.org/officeDocument/2006/relationships/notesSlide" Target="/ppt/notesSlides/notesSlide7.xml" Id="R74061a7c73b543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3e2fa6c22c41ae" /><Relationship Type="http://schemas.openxmlformats.org/officeDocument/2006/relationships/notesSlide" Target="/ppt/notesSlides/notesSlide8.xml" Id="Re4191f9351694c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4911bf92084548" /><Relationship Type="http://schemas.openxmlformats.org/officeDocument/2006/relationships/notesSlide" Target="/ppt/notesSlides/notesSlide9.xml" Id="R7dbef2e681084a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d463606bb94170" /><Relationship Type="http://schemas.openxmlformats.org/officeDocument/2006/relationships/notesSlide" Target="/ppt/notesSlides/notesSlide10.xml" Id="Rafaad4399c9f48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8332deaac04b37" /><Relationship Type="http://schemas.openxmlformats.org/officeDocument/2006/relationships/notesSlide" Target="/ppt/notesSlides/notesSlide11.xml" Id="Rab972b0fc0074b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bde21a62d44d8b" /><Relationship Type="http://schemas.openxmlformats.org/officeDocument/2006/relationships/notesSlide" Target="/ppt/notesSlides/notesSlide12.xml" Id="R75f6afbf4ac445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53da65a903482b" /><Relationship Type="http://schemas.openxmlformats.org/officeDocument/2006/relationships/notesSlide" Target="/ppt/notesSlides/notesSlide13.xml" Id="R804412ee3e4a49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df3f700364a2a" /><Relationship Type="http://schemas.openxmlformats.org/officeDocument/2006/relationships/notesSlide" Target="/ppt/notesSlides/notesSlide14.xml" Id="Rbb1291f3b7254a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35A8C7AF-2FCE-4C18-A9D2-C3DFE61238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24435" y="322729"/>
            <a:ext cx="10986247" cy="622598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Министерство образования и науки Челябинской области </a:t>
            </a:r>
            <a:br/>
            <a:r>
              <a:rPr sz="1800">
                <a:latin typeface="Times New Roman"/>
                <a:ea typeface="Times New Roman"/>
                <a:cs typeface="Times New Roman"/>
              </a:rPr>
              <a:t>государственное бюджетное профессиональное образовательное учреждение </a:t>
            </a:r>
            <a:br/>
            <a:r>
              <a:rPr sz="1800">
                <a:latin typeface="Times New Roman"/>
                <a:ea typeface="Times New Roman"/>
                <a:cs typeface="Times New Roman"/>
              </a:rPr>
              <a:t>«Южно-Уральский государственный колледж»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ts val="1055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Кафедра «Информатики и вычислительной техники»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ts val="300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ДИПЛОМНЫЙ ПРОЕКТ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ts val="360"/>
              </a:spcBef>
              <a:buNone/>
            </a:pPr>
            <a:r>
              <a:rPr sz="1800" b="1">
                <a:latin typeface="Times New Roman"/>
                <a:ea typeface="Times New Roman"/>
                <a:cs typeface="Times New Roman"/>
              </a:rPr>
              <a:t>Тема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специальность СПО 09.02.07 «Информационные системы и программирование»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Дипломный проект выполнил: 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студент группы ___________,	____________ФИО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очного отделения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Руководитель: преподаватель	_____________ФИО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480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Челябинск 2026</a:t>
            </a:r>
          </a:p>
        </p:txBody>
      </p:sp>
    </p:spTree>
    <p:extLst>
      <p:ext uri="{BB962C8B-B14F-4D97-AF65-F5344CB8AC3E}">
        <p14:creationId xmlns:p14="http://schemas.microsoft.com/office/powerpoint/2010/main" val="40098399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1E8265DE-7825-4199-B422-5C15282182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ВВЕДЕНИЕ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ADB9B5B7-9B76-4F46-93AB-B3DCA24673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Актуальность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Цель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Задачи (как в ПЗ)</a:t>
            </a:r>
          </a:p>
        </p:txBody>
      </p:sp>
    </p:spTree>
    <p:extLst>
      <p:ext uri="{BB962C8B-B14F-4D97-AF65-F5344CB8AC3E}">
        <p14:creationId xmlns:p14="http://schemas.microsoft.com/office/powerpoint/2010/main" val="27862813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39D81F6-8381-454F-98A7-9C9706D675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1 ТЕОРЕТИЧЕСКАЯ ЧАСТЬ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1.1 Анализ предметной области и существующих аналогов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(вставьте иконки игр, которые были отмечены в записке как аналоги)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8445717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1.2 Основные теоретические аспекты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(можно перечислить основные игровые механики, либо вставить их схематическое изображение)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758472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1.3 Обзор и обоснование выбора технологий и инструментов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(вставьте иконки сред разработки и языков программирования, которые были проанализированы и отдельно выделите те, которые были выбраны для реализации проекта)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184245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39D81F6-8381-454F-98A7-9C9706D675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2 ПРАКТИЧЕСКАЯ ЧАСТЬ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2.1 Проектирование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(Можно вставить схематическую модель игрового цикла или в виде таблицы сделать функциональные требования к игре)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9542302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2.2 Реализация проекта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Здесь сначала вставьте рисунок того фрагмента игры, на коде к которому Вы будете защищаться, а потом вставьте код на 2 (максимум 3) слайда. Код вставляйте как текст, и обязательно копируйте нумерацию строк кода.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974644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2.3 Тестирование проекта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(Можно вставить таблицу результатов </a:t>
            </a:r>
            <a:r>
              <a:rPr>
                <a:latin typeface="Times New Roman"/>
                <a:ea typeface="Times New Roman"/>
                <a:cs typeface="Times New Roman"/>
              </a:rPr>
              <a:t>фкнкционального</a:t>
            </a:r>
            <a:r>
              <a:rPr>
                <a:latin typeface="Times New Roman"/>
                <a:ea typeface="Times New Roman"/>
                <a:cs typeface="Times New Roman"/>
              </a:rPr>
              <a:t> тестирования, если в записке у Вас в ней много строк, выберите несколько основных, а словами напишите по скольким параметрам проводилось тестирование)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30568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2.4 Руководство программиста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(Можно написать минимальные и рекомендуемые системные требования к системе для корректной работы игры, либо те основные параметры, которые вы рассмотрели в данном пункте)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4789975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2.5 Руководство пользователя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(Можно вставить рисунок стартового окна Вашей игры либо приложения)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9596819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2.6 Экономическое обоснование проекта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Полная себестоимость готового программного продукта составила ______________ рублей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(Можно вставить картинку экономической направленности)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191747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2.7 Техника безопасности и охрана труда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(Можно вставить картинку по технике безопасности)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5361182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1E8265DE-7825-4199-B422-5C15282182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ЗАКЛЮЧЕНИЕ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ADB9B5B7-9B76-4F46-93AB-B3DCA24673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Цель (написать какая) достигнута.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Все задачи (перечислить) решены.</a:t>
            </a:r>
          </a:p>
        </p:txBody>
      </p:sp>
    </p:spTree>
    <p:extLst>
      <p:ext uri="{BB962C8B-B14F-4D97-AF65-F5344CB8AC3E}">
        <p14:creationId xmlns:p14="http://schemas.microsoft.com/office/powerpoint/2010/main" val="16603997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35A8C7AF-2FCE-4C18-A9D2-C3DFE61238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24435" y="322729"/>
            <a:ext cx="10986247" cy="622598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Министерство образования и науки Челябинской области </a:t>
            </a:r>
            <a:br/>
            <a:r>
              <a:rPr sz="1800">
                <a:latin typeface="Times New Roman"/>
                <a:ea typeface="Times New Roman"/>
                <a:cs typeface="Times New Roman"/>
              </a:rPr>
              <a:t>государственное бюджетное профессиональное образовательное учреждение </a:t>
            </a:r>
            <a:br/>
            <a:r>
              <a:rPr sz="1800">
                <a:latin typeface="Times New Roman"/>
                <a:ea typeface="Times New Roman"/>
                <a:cs typeface="Times New Roman"/>
              </a:rPr>
              <a:t>«Южно-Уральский государственный колледж»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ts val="1055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Кафедра «Информатики и вычислительной техники»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ts val="300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ДИПЛОМНЫЙ ПРОЕКТ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ts val="360"/>
              </a:spcBef>
              <a:buNone/>
            </a:pPr>
            <a:r>
              <a:rPr sz="1800" b="1">
                <a:latin typeface="Times New Roman"/>
                <a:ea typeface="Times New Roman"/>
                <a:cs typeface="Times New Roman"/>
              </a:rPr>
              <a:t>Тема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специальность СПО 09.02.07 «Информационные системы и программирование»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Дипломный проект выполнил: 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студент группы ___________,	____________ФИО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очного отделения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Руководитель: преподаватель	_____________ФИО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480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Челябинск 2026</a:t>
            </a:r>
          </a:p>
        </p:txBody>
      </p:sp>
    </p:spTree>
    <p:extLst>
      <p:ext uri="{BB962C8B-B14F-4D97-AF65-F5344CB8AC3E}">
        <p14:creationId xmlns:p14="http://schemas.microsoft.com/office/powerpoint/2010/main" val="3732651811"/>
      </p:ext>
    </p:extLst>
  </p:cSld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2026-06-17T10:53:47.2700000Z</dcterms:created>
  <dcterms:modified xsi:type="dcterms:W3CDTF">2026-06-17T10:53:47.2700000Z</dcterms:modified>
</coreProperties>
</file>